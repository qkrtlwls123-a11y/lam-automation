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21"/>
  </p:notesMasterIdLst>
  <p:handoutMasterIdLst>
    <p:handoutMasterId r:id="rId22"/>
  </p:handoutMasterIdLst>
  <p:sldIdLst>
    <p:sldId id="628" r:id="rId2"/>
    <p:sldId id="2134805543" r:id="rId3"/>
    <p:sldId id="2134805561" r:id="rId4"/>
    <p:sldId id="631" r:id="rId5"/>
    <p:sldId id="2134805556" r:id="rId6"/>
    <p:sldId id="2134805545" r:id="rId7"/>
    <p:sldId id="2134805552" r:id="rId8"/>
    <p:sldId id="2134805546" r:id="rId9"/>
    <p:sldId id="2134805564" r:id="rId10"/>
    <p:sldId id="2134805548" r:id="rId11"/>
    <p:sldId id="2134805558" r:id="rId12"/>
    <p:sldId id="2134805553" r:id="rId13"/>
    <p:sldId id="2134805559" r:id="rId14"/>
    <p:sldId id="2134805560" r:id="rId15"/>
    <p:sldId id="2134805563" r:id="rId16"/>
    <p:sldId id="2134805557" r:id="rId17"/>
    <p:sldId id="2134805562" r:id="rId18"/>
    <p:sldId id="2134805555" r:id="rId19"/>
    <p:sldId id="397" r:id="rId20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9572EA3-DB43-4275-B494-90AC656F547E}">
          <p14:sldIdLst>
            <p14:sldId id="628"/>
            <p14:sldId id="2134805543"/>
            <p14:sldId id="2134805561"/>
          </p14:sldIdLst>
        </p14:section>
        <p14:section name="1. 과정 개요" id="{D1278079-CAD6-42DE-AA09-44568DC44C62}">
          <p14:sldIdLst>
            <p14:sldId id="631"/>
            <p14:sldId id="2134805556"/>
          </p14:sldIdLst>
        </p14:section>
        <p14:section name="2. 설문 결과 상세" id="{2EE6B326-52C1-4EEA-A56A-EAA841CEB9AC}">
          <p14:sldIdLst>
            <p14:sldId id="2134805545"/>
            <p14:sldId id="2134805552"/>
            <p14:sldId id="2134805546"/>
            <p14:sldId id="2134805564"/>
          </p14:sldIdLst>
        </p14:section>
        <p14:section name="3. 리뷰 및 제언" id="{74A5CB9A-F233-4188-9853-C5FB0ABD32D0}">
          <p14:sldIdLst>
            <p14:sldId id="2134805548"/>
            <p14:sldId id="2134805558"/>
          </p14:sldIdLst>
        </p14:section>
        <p14:section name="4. Appendix" id="{1DC4E307-D121-49EA-B876-B05ABB0C039C}">
          <p14:sldIdLst>
            <p14:sldId id="2134805553"/>
            <p14:sldId id="2134805559"/>
            <p14:sldId id="2134805560"/>
            <p14:sldId id="2134805563"/>
            <p14:sldId id="2134805557"/>
            <p14:sldId id="2134805562"/>
            <p14:sldId id="2134805555"/>
          </p14:sldIdLst>
        </p14:section>
        <p14:section name="Outro" id="{FE486638-5F2D-49C2-8A14-2DFA9B10D774}">
          <p14:sldIdLst>
            <p14:sldId id="3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G" initials="S" lastIdx="1" clrIdx="0">
    <p:extLst>
      <p:ext uri="{19B8F6BF-5375-455C-9EA6-DF929625EA0E}">
        <p15:presenceInfo xmlns:p15="http://schemas.microsoft.com/office/powerpoint/2012/main" userId="SO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9AD6"/>
    <a:srgbClr val="D9EEF8"/>
    <a:srgbClr val="A0D8F3"/>
    <a:srgbClr val="F2F2F2"/>
    <a:srgbClr val="6D7073"/>
    <a:srgbClr val="71C5EC"/>
    <a:srgbClr val="BEBABA"/>
    <a:srgbClr val="555555"/>
    <a:srgbClr val="E9F3DF"/>
    <a:srgbClr val="EAD6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1" autoAdjust="0"/>
    <p:restoredTop sz="90857" autoAdjust="0"/>
  </p:normalViewPr>
  <p:slideViewPr>
    <p:cSldViewPr snapToGrid="0" showGuides="1">
      <p:cViewPr varScale="1">
        <p:scale>
          <a:sx n="93" d="100"/>
          <a:sy n="93" d="100"/>
        </p:scale>
        <p:origin x="108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4188"/>
    </p:cViewPr>
  </p:sorterViewPr>
  <p:notesViewPr>
    <p:cSldViewPr snapToGrid="0">
      <p:cViewPr varScale="1">
        <p:scale>
          <a:sx n="111" d="100"/>
          <a:sy n="111" d="100"/>
        </p:scale>
        <p:origin x="518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989148856777444"/>
          <c:y val="0.18744281784429526"/>
          <c:w val="0.74399868686782367"/>
          <c:h val="0.557055960602504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065-484E-99B0-CC74763F6CF0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065-484E-99B0-CC74763F6CF0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A065-484E-99B0-CC74763F6CF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AF50E1A7-2E9F-41C7-95DF-51888A3C107C}" type="VALUE">
                      <a:rPr lang="en-US" altLang="ko-KR" sz="1000">
                        <a:latin typeface="+mn-lt"/>
                      </a:rPr>
                      <a:pPr/>
                      <a:t>[값]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A065-484E-99B0-CC74763F6CF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3536851-B17C-447C-A257-9D09B723043C}" type="VALUE">
                      <a:rPr lang="en-US" altLang="ko-KR" sz="1000"/>
                      <a:pPr/>
                      <a:t>[값]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065-484E-99B0-CC74763F6CF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BF3D5EA-E149-4188-B57D-E329B10523FD}" type="VALUE">
                      <a:rPr lang="en-US" altLang="ko-KR" sz="1000" smtClean="0"/>
                      <a:pPr/>
                      <a:t>[값]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A065-484E-99B0-CC74763F6CF0}"/>
                </c:ext>
              </c:extLst>
            </c:dLbl>
            <c:numFmt formatCode="0.00_);[Red]\(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과정 만족도</c:v>
                </c:pt>
                <c:pt idx="1">
                  <c:v>운영 만족도</c:v>
                </c:pt>
                <c:pt idx="2">
                  <c:v>강사 만족도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4.58</c:v>
                </c:pt>
                <c:pt idx="1">
                  <c:v>4.43</c:v>
                </c:pt>
                <c:pt idx="2">
                  <c:v>4.6100000000000003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65-484E-99B0-CC74763F6C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858293343"/>
        <c:axId val="1849861599"/>
      </c:barChart>
      <c:catAx>
        <c:axId val="1858293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49861599"/>
        <c:crosses val="autoZero"/>
        <c:auto val="1"/>
        <c:lblAlgn val="ctr"/>
        <c:lblOffset val="100"/>
        <c:noMultiLvlLbl val="0"/>
      </c:catAx>
      <c:valAx>
        <c:axId val="1849861599"/>
        <c:scaling>
          <c:orientation val="minMax"/>
          <c:min val="1"/>
        </c:scaling>
        <c:delete val="1"/>
        <c:axPos val="l"/>
        <c:numFmt formatCode="General" sourceLinked="1"/>
        <c:majorTickMark val="none"/>
        <c:minorTickMark val="none"/>
        <c:tickLblPos val="nextTo"/>
        <c:crossAx val="1858293343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364295828438444E-2"/>
          <c:y val="9.7791759577246465E-2"/>
          <c:w val="0.98677690539674057"/>
          <c:h val="0.7419534879768975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974-4FD9-BFB1-1FD5137C934E}"/>
              </c:ext>
            </c:extLst>
          </c:dPt>
          <c:dLbls>
            <c:numFmt formatCode="0.0_);[Red]\(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marL="0" marR="3517" indent="0" algn="ctr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Font typeface="Wingdings" panose="05000000000000000000" pitchFamily="2" charset="2"/>
                  <a:buNone/>
                  <a:defRPr lang="en-US" altLang="ko-KR" sz="1000" b="1" i="0" u="none" strike="noStrike" kern="1200" spc="-4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+mj-lt"/>
                    <a:ea typeface="KoPub돋움체 Medium" panose="02020603020101020101" pitchFamily="18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전반 만족도</c:v>
                </c:pt>
                <c:pt idx="1">
                  <c:v>동료 추천도</c:v>
                </c:pt>
                <c:pt idx="2">
                  <c:v>기대 충족도</c:v>
                </c:pt>
                <c:pt idx="3">
                  <c:v>학습목표 달성도</c:v>
                </c:pt>
                <c:pt idx="4">
                  <c:v>현업 적용도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4.6100000000000003</c:v>
                </c:pt>
                <c:pt idx="1">
                  <c:v>4.67</c:v>
                </c:pt>
                <c:pt idx="2">
                  <c:v>4.5</c:v>
                </c:pt>
                <c:pt idx="3">
                  <c:v>4.67</c:v>
                </c:pt>
                <c:pt idx="4">
                  <c:v>4.4400000000000004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74-4FD9-BFB1-1FD5137C93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1"/>
        <c:overlap val="-27"/>
        <c:axId val="2007446112"/>
        <c:axId val="2007449440"/>
      </c:barChart>
      <c:catAx>
        <c:axId val="200744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marL="0" marR="3517" indent="0" algn="ctr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None/>
              <a:defRPr lang="en-US" altLang="ko-KR" sz="1000" b="1" i="0" u="none" strike="noStrike" kern="1200" spc="-40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pPr>
            <a:endParaRPr lang="ko-KR"/>
          </a:p>
        </c:txPr>
        <c:crossAx val="2007449440"/>
        <c:crosses val="autoZero"/>
        <c:auto val="0"/>
        <c:lblAlgn val="ctr"/>
        <c:lblOffset val="100"/>
        <c:noMultiLvlLbl val="0"/>
      </c:catAx>
      <c:valAx>
        <c:axId val="2007449440"/>
        <c:scaling>
          <c:orientation val="minMax"/>
          <c:max val="5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altLang="ko-KR" sz="1050" b="1" i="0" u="none" strike="noStrike" kern="1200" spc="-65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+mn-cs"/>
              </a:defRPr>
            </a:pPr>
            <a:endParaRPr lang="ko-KR"/>
          </a:p>
        </c:txPr>
        <c:crossAx val="2007446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altLang="ko-KR" sz="1050" b="1" kern="1200" spc="-65">
          <a:ln>
            <a:solidFill>
              <a:srgbClr val="4DB848">
                <a:alpha val="0"/>
              </a:srgbClr>
            </a:solidFill>
          </a:ln>
          <a:solidFill>
            <a:schemeClr val="tx1">
              <a:lumMod val="75000"/>
              <a:lumOff val="25000"/>
            </a:schemeClr>
          </a:solidFill>
          <a:latin typeface="KoPub돋움체 Light" panose="02020603020101020101" pitchFamily="18" charset="-127"/>
          <a:ea typeface="KoPub돋움체 Light" panose="02020603020101020101" pitchFamily="18" charset="-127"/>
          <a:cs typeface="+mn-cs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1407795866667435"/>
          <c:w val="0.87641572534787748"/>
          <c:h val="0.7419534879768975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09B-49CF-9F11-6D99B374B5C7}"/>
              </c:ext>
            </c:extLst>
          </c:dPt>
          <c:dLbls>
            <c:numFmt formatCode="0.0_);[Red]\(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marL="0" marR="3517" indent="0" algn="ctr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Font typeface="Wingdings" panose="05000000000000000000" pitchFamily="2" charset="2"/>
                  <a:buNone/>
                  <a:defRPr lang="en-US" altLang="ko-KR" sz="1000" b="1" i="0" u="none" strike="noStrike" kern="1200" spc="-4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+mj-lt"/>
                    <a:ea typeface="KoPub돋움체 Medium" panose="02020603020101020101" pitchFamily="18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운영자 만족도</c:v>
                </c:pt>
                <c:pt idx="1">
                  <c:v>시설 만족도</c:v>
                </c:pt>
                <c:pt idx="2">
                  <c:v>식사 만족도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</c:v>
                </c:pt>
                <c:pt idx="1">
                  <c:v>4.5</c:v>
                </c:pt>
                <c:pt idx="2">
                  <c:v>4.28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9B-49CF-9F11-6D99B374B5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1"/>
        <c:overlap val="-27"/>
        <c:axId val="2007446112"/>
        <c:axId val="2007449440"/>
      </c:barChart>
      <c:catAx>
        <c:axId val="200744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marL="0" marR="3517" indent="0" algn="ctr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None/>
              <a:defRPr lang="en-US" altLang="ko-KR" sz="1000" b="1" i="0" u="none" strike="noStrike" kern="1200" spc="-40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pPr>
            <a:endParaRPr lang="ko-KR"/>
          </a:p>
        </c:txPr>
        <c:crossAx val="2007449440"/>
        <c:crosses val="autoZero"/>
        <c:auto val="0"/>
        <c:lblAlgn val="ctr"/>
        <c:lblOffset val="100"/>
        <c:noMultiLvlLbl val="0"/>
      </c:catAx>
      <c:valAx>
        <c:axId val="2007449440"/>
        <c:scaling>
          <c:orientation val="minMax"/>
          <c:max val="5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altLang="ko-KR" sz="1050" b="1" i="0" u="none" strike="noStrike" kern="1200" spc="-65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+mn-cs"/>
              </a:defRPr>
            </a:pPr>
            <a:endParaRPr lang="ko-KR"/>
          </a:p>
        </c:txPr>
        <c:crossAx val="2007446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altLang="ko-KR" sz="1050" b="1" kern="1200" spc="-65">
          <a:ln>
            <a:solidFill>
              <a:srgbClr val="4DB848">
                <a:alpha val="0"/>
              </a:srgbClr>
            </a:solidFill>
          </a:ln>
          <a:solidFill>
            <a:schemeClr val="tx1">
              <a:lumMod val="75000"/>
              <a:lumOff val="25000"/>
            </a:schemeClr>
          </a:solidFill>
          <a:latin typeface="KoPub돋움체 Light" panose="02020603020101020101" pitchFamily="18" charset="-127"/>
          <a:ea typeface="KoPub돋움체 Light" panose="02020603020101020101" pitchFamily="18" charset="-127"/>
          <a:cs typeface="+mn-cs"/>
        </a:defRPr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364295828438444E-2"/>
          <c:y val="0.133036511876096"/>
          <c:w val="0.90271882853059415"/>
          <c:h val="0.631362921122765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82C-412B-9362-8D7148148F4E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550304399673634"/>
                      <c:h val="0.1533644560542471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82C-412B-9362-8D7148148F4E}"/>
                </c:ext>
              </c:extLst>
            </c:dLbl>
            <c:dLbl>
              <c:idx val="1"/>
              <c:numFmt formatCode="0.0_);[Red]\(0.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marL="0" marR="3517" indent="0" algn="ctr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Font typeface="Wingdings" panose="05000000000000000000" pitchFamily="2" charset="2"/>
                    <a:buNone/>
                    <a:defRPr lang="en-US" altLang="ko-KR" sz="1000" b="1" i="0" u="none" strike="noStrike" kern="1200" spc="-100" baseline="0">
                      <a:ln>
                        <a:solidFill>
                          <a:srgbClr val="4DB848">
                            <a:alpha val="0"/>
                          </a:srgbClr>
                        </a:solidFill>
                      </a:ln>
                      <a:solidFill>
                        <a:schemeClr val="tx1"/>
                      </a:solidFill>
                      <a:latin typeface="+mj-lt"/>
                      <a:ea typeface="KoPub돋움체 Medium" panose="02020603020101020101" pitchFamily="18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56122513023285"/>
                      <c:h val="0.1533644560542471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B82C-412B-9362-8D7148148F4E}"/>
                </c:ext>
              </c:extLst>
            </c:dLbl>
            <c:numFmt formatCode="0.0_);[Red]\(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marL="0" marR="3517" indent="0" algn="ctr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Font typeface="Wingdings" panose="05000000000000000000" pitchFamily="2" charset="2"/>
                  <a:buNone/>
                  <a:defRPr lang="en-US" altLang="ko-KR" sz="1000" b="1" i="0" u="none" strike="noStrike" kern="1200" spc="-4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+mj-lt"/>
                    <a:ea typeface="KoPub돋움체 Medium" panose="02020603020101020101" pitchFamily="18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강의내용 만족도</c:v>
                </c:pt>
                <c:pt idx="1">
                  <c:v>강의방식 만족도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4.6100000000000003</c:v>
                </c:pt>
                <c:pt idx="1">
                  <c:v>4.6100000000000003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2C-412B-9362-8D7148148F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1"/>
        <c:overlap val="-27"/>
        <c:axId val="2007446112"/>
        <c:axId val="2007449440"/>
      </c:barChart>
      <c:catAx>
        <c:axId val="200744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marL="0" marR="3517" indent="0" algn="ctr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None/>
              <a:defRPr lang="en-US" altLang="ko-KR" sz="1000" b="1" i="0" u="none" strike="noStrike" kern="1200" spc="-40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pPr>
            <a:endParaRPr lang="ko-KR"/>
          </a:p>
        </c:txPr>
        <c:crossAx val="2007449440"/>
        <c:crosses val="autoZero"/>
        <c:auto val="0"/>
        <c:lblAlgn val="ctr"/>
        <c:lblOffset val="100"/>
        <c:noMultiLvlLbl val="0"/>
      </c:catAx>
      <c:valAx>
        <c:axId val="2007449440"/>
        <c:scaling>
          <c:orientation val="minMax"/>
          <c:max val="5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altLang="ko-KR" sz="1050" b="1" i="0" u="none" strike="noStrike" kern="1200" spc="-65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+mn-cs"/>
              </a:defRPr>
            </a:pPr>
            <a:endParaRPr lang="ko-KR"/>
          </a:p>
        </c:txPr>
        <c:crossAx val="2007446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altLang="ko-KR" sz="1050" b="1" kern="1200" spc="-65">
          <a:ln>
            <a:solidFill>
              <a:srgbClr val="4DB848">
                <a:alpha val="0"/>
              </a:srgbClr>
            </a:solidFill>
          </a:ln>
          <a:solidFill>
            <a:schemeClr val="tx1">
              <a:lumMod val="75000"/>
              <a:lumOff val="25000"/>
            </a:schemeClr>
          </a:solidFill>
          <a:latin typeface="KoPub돋움체 Light" panose="02020603020101020101" pitchFamily="18" charset="-127"/>
          <a:ea typeface="KoPub돋움체 Light" panose="02020603020101020101" pitchFamily="18" charset="-127"/>
          <a:cs typeface="+mn-cs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96E2E83-48DC-4CBA-BC1A-840CE389BC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Noto Sans CJK KR DemiLight" panose="020B0400000000000000" pitchFamily="34" charset="-127"/>
              <a:ea typeface="Noto Sans CJK KR DemiLight" panose="020B0400000000000000" pitchFamily="34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867E73-FE4D-4DBE-9C13-F4BD58222A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97926-0A90-40D5-B513-8338DC560012}" type="datetimeFigureOut">
              <a:rPr lang="ko-KR" altLang="en-US" smtClean="0">
                <a:latin typeface="Noto Sans CJK KR DemiLight" panose="020B0400000000000000" pitchFamily="34" charset="-127"/>
                <a:ea typeface="Noto Sans CJK KR DemiLight" panose="020B0400000000000000" pitchFamily="34" charset="-127"/>
              </a:rPr>
              <a:t>2026-03-05</a:t>
            </a:fld>
            <a:endParaRPr lang="ko-KR" altLang="en-US" dirty="0">
              <a:latin typeface="Noto Sans CJK KR DemiLight" panose="020B0400000000000000" pitchFamily="34" charset="-127"/>
              <a:ea typeface="Noto Sans CJK KR DemiLight" panose="020B0400000000000000" pitchFamily="34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5316CE-8D0B-45FB-BF54-BDAFE0EEF5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Noto Sans CJK KR DemiLight" panose="020B0400000000000000" pitchFamily="34" charset="-127"/>
              <a:ea typeface="Noto Sans CJK KR DemiLight" panose="020B0400000000000000" pitchFamily="34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99E831-1E1A-4C3D-9062-035D346108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D4285-37CD-4AB4-8A87-BC423EFBC689}" type="slidenum">
              <a:rPr lang="ko-KR" altLang="en-US" smtClean="0">
                <a:latin typeface="Noto Sans CJK KR DemiLight" panose="020B0400000000000000" pitchFamily="34" charset="-127"/>
                <a:ea typeface="Noto Sans CJK KR DemiLight" panose="020B0400000000000000" pitchFamily="34" charset="-127"/>
              </a:rPr>
              <a:t>‹#›</a:t>
            </a:fld>
            <a:endParaRPr lang="ko-KR" altLang="en-US" dirty="0">
              <a:latin typeface="Noto Sans CJK KR DemiLight" panose="020B0400000000000000" pitchFamily="34" charset="-127"/>
              <a:ea typeface="Noto Sans CJK KR DemiLight" panose="020B04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15188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fld id="{9D7AE031-5D1E-40BF-A7BE-4B5114F77E59}" type="datetimeFigureOut">
              <a:rPr lang="ko-KR" altLang="en-US" smtClean="0"/>
              <a:pPr/>
              <a:t>2026-03-05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fld id="{CC77A445-D2D8-4D0B-A3A6-707ECCDBE75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071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CJK KR Medium" panose="020B0600000000000000" pitchFamily="34" charset="-127"/>
        <a:ea typeface="Noto Sans CJK KR Medium" panose="020B0600000000000000" pitchFamily="34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Noto Sans CJK KR Medium" panose="020B0600000000000000" pitchFamily="34" charset="-127"/>
        <a:ea typeface="Noto Sans CJK KR Medium" panose="020B0600000000000000" pitchFamily="34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Noto Sans CJK KR Medium" panose="020B0600000000000000" pitchFamily="34" charset="-127"/>
        <a:ea typeface="Noto Sans CJK KR Medium" panose="020B0600000000000000" pitchFamily="34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Noto Sans CJK KR Medium" panose="020B0600000000000000" pitchFamily="34" charset="-127"/>
        <a:ea typeface="Noto Sans CJK KR Medium" panose="020B0600000000000000" pitchFamily="34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Noto Sans CJK KR Medium" panose="020B0600000000000000" pitchFamily="34" charset="-127"/>
        <a:ea typeface="Noto Sans CJK KR Medium" panose="020B0600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07D64-6899-E752-2B3C-A94EFB5C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41FC89-7671-AA5A-C0AE-6D742C2E1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56794B-413D-59A5-D1EC-13931AF48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과정 </a:t>
            </a:r>
            <a:r>
              <a:rPr lang="en-US" altLang="ko-KR" dirty="0"/>
              <a:t>Review </a:t>
            </a:r>
            <a:r>
              <a:rPr lang="ko-KR" altLang="en-US" dirty="0"/>
              <a:t>및 제언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33745B-9935-CC67-E644-75C6A6A2D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7A445-D2D8-4D0B-A3A6-707ECCDBE751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0279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7A445-D2D8-4D0B-A3A6-707ECCDBE751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3164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7A445-D2D8-4D0B-A3A6-707ECCDBE751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6196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F42C-2E2E-58D6-F956-29C47525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BD1155-3609-9622-883D-F673C27A4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9A4514-A2DC-9ADB-561B-1C36035A1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3C3AC9-940B-E318-E292-E265154D9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7A445-D2D8-4D0B-A3A6-707ECCDBE751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2785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529644-27C0-4655-9503-40E917BF2C41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97283" name="Rectangle 7"/>
          <p:cNvSpPr txBox="1">
            <a:spLocks noGrp="1" noChangeArrowheads="1"/>
          </p:cNvSpPr>
          <p:nvPr/>
        </p:nvSpPr>
        <p:spPr bwMode="auto">
          <a:xfrm>
            <a:off x="5580571" y="7009806"/>
            <a:ext cx="4263471" cy="366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B8A1B-A169-42ED-96E3-CF5B68CF2C7A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pPr marL="0" marR="0" lvl="0" indent="0" algn="r" defTabSz="9477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972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24175" y="552450"/>
            <a:ext cx="3998913" cy="2768600"/>
          </a:xfrm>
          <a:ln/>
        </p:spPr>
      </p:sp>
      <p:sp>
        <p:nvSpPr>
          <p:cNvPr id="972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12539" y="3503622"/>
            <a:ext cx="7218964" cy="3319220"/>
          </a:xfrm>
          <a:noFill/>
          <a:ln/>
        </p:spPr>
        <p:txBody>
          <a:bodyPr lIns="94824" tIns="47416" rIns="94824" bIns="47416"/>
          <a:lstStyle/>
          <a:p>
            <a:pPr eaLnBrk="1" hangingPunct="1"/>
            <a:endParaRPr lang="de-DE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181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안서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2"/>
          <p:cNvSpPr>
            <a:spLocks noGrp="1"/>
          </p:cNvSpPr>
          <p:nvPr>
            <p:ph sz="quarter" idx="12" hasCustomPrompt="1"/>
          </p:nvPr>
        </p:nvSpPr>
        <p:spPr>
          <a:xfrm>
            <a:off x="1037023" y="3919955"/>
            <a:ext cx="2332305" cy="286232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>
              <a:buNone/>
              <a:defRPr lang="ko-KR" altLang="en-US" sz="140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  <a:alpha val="70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marL="0" lvl="0"/>
            <a:r>
              <a:rPr lang="en-US" altLang="ko-KR" dirty="0"/>
              <a:t>NOVEMBER 23, 2018 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1" hasCustomPrompt="1"/>
          </p:nvPr>
        </p:nvSpPr>
        <p:spPr>
          <a:xfrm>
            <a:off x="857250" y="2308709"/>
            <a:ext cx="8192169" cy="751732"/>
          </a:xfrm>
          <a:prstGeom prst="rect">
            <a:avLst/>
          </a:prstGeom>
          <a:noFill/>
        </p:spPr>
        <p:txBody>
          <a:bodyPr wrap="square" lIns="91428" tIns="45714" rIns="91428" bIns="45714" rtlCol="0" anchor="ctr">
            <a:spAutoFit/>
          </a:bodyPr>
          <a:lstStyle>
            <a:lvl1pPr marL="0" indent="0" algn="l">
              <a:buNone/>
              <a:defRPr lang="ko-KR" altLang="en-US" sz="4000" kern="1200" spc="-8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defRPr>
            </a:lvl1pPr>
            <a:lvl2pPr>
              <a:defRPr lang="ko-KR" altLang="en-US" sz="3900" kern="1200" spc="-8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defRPr>
            </a:lvl2pPr>
            <a:lvl3pPr>
              <a:defRPr lang="ko-KR" altLang="en-US" sz="3900" kern="1200" spc="-8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defRPr>
            </a:lvl3pPr>
            <a:lvl4pPr>
              <a:defRPr lang="ko-KR" altLang="en-US" sz="3900" kern="1200" spc="-8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defRPr>
            </a:lvl4pPr>
            <a:lvl5pPr>
              <a:defRPr lang="ko-KR" altLang="en-US" sz="3900" kern="1200" spc="-8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defRPr>
            </a:lvl5pPr>
          </a:lstStyle>
          <a:p>
            <a:pPr marL="185738" lvl="0" indent="-185738">
              <a:lnSpc>
                <a:spcPct val="114000"/>
              </a:lnSpc>
            </a:pPr>
            <a:r>
              <a:rPr lang="ko-KR" altLang="en-US" dirty="0"/>
              <a:t>과정명을 입력합니다</a:t>
            </a:r>
          </a:p>
        </p:txBody>
      </p:sp>
      <p:sp>
        <p:nvSpPr>
          <p:cNvPr id="2" name="직사각형 1"/>
          <p:cNvSpPr/>
          <p:nvPr userDrawn="1"/>
        </p:nvSpPr>
        <p:spPr>
          <a:xfrm>
            <a:off x="1" y="5486400"/>
            <a:ext cx="9905999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07565" y="5735396"/>
            <a:ext cx="8141186" cy="446064"/>
          </a:xfrm>
          <a:prstGeom prst="rect">
            <a:avLst/>
          </a:prstGeom>
          <a:noFill/>
        </p:spPr>
        <p:txBody>
          <a:bodyPr wrap="square" lIns="0" tIns="20818" rIns="0" bIns="20818">
            <a:spAutoFit/>
          </a:bodyPr>
          <a:lstStyle/>
          <a:p>
            <a:pPr defTabSz="400933" eaLnBrk="0" hangingPunct="0">
              <a:lnSpc>
                <a:spcPct val="110000"/>
              </a:lnSpc>
              <a:spcBef>
                <a:spcPts val="244"/>
              </a:spcBef>
              <a:defRPr/>
            </a:pPr>
            <a:r>
              <a:rPr lang="en-US" altLang="ko-KR" sz="813" spc="-2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© 2026 by CLiCK consulting ALL RIGHTS RESERVED.</a:t>
            </a:r>
          </a:p>
          <a:p>
            <a:pPr defTabSz="400933" eaLnBrk="0" hangingPunct="0">
              <a:lnSpc>
                <a:spcPct val="110000"/>
              </a:lnSpc>
              <a:spcBef>
                <a:spcPts val="244"/>
              </a:spcBef>
              <a:defRPr/>
            </a:pPr>
            <a:r>
              <a:rPr lang="en-US" altLang="ko-KR" sz="731" spc="-2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No part of this publication may be reproduced, stored in a retrieval system, or transmitted in any form or by any means- electronic, mechanical, photocopying, recording, or otherwise without the permission of CLiCK consulting this document provides an outline of a presentation and is incomplete without the accompanying oral commentary and discussion.</a:t>
            </a:r>
          </a:p>
        </p:txBody>
      </p:sp>
      <p:sp>
        <p:nvSpPr>
          <p:cNvPr id="8" name="텍스트 개체 틀 8">
            <a:extLst>
              <a:ext uri="{FF2B5EF4-FFF2-40B4-BE49-F238E27FC236}">
                <a16:creationId xmlns:a16="http://schemas.microsoft.com/office/drawing/2014/main" id="{9BA4B9F0-8117-67F9-D185-461CC24F73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5304" y="3155023"/>
            <a:ext cx="8065914" cy="422026"/>
          </a:xfrm>
          <a:prstGeom prst="rect">
            <a:avLst/>
          </a:prstGeom>
          <a:noFill/>
        </p:spPr>
        <p:txBody>
          <a:bodyPr wrap="square" lIns="91428" tIns="45714" rIns="91428" bIns="45714" rtlCol="0" anchor="ctr">
            <a:spAutoFit/>
          </a:bodyPr>
          <a:lstStyle>
            <a:lvl1pPr marL="0" indent="0" algn="l">
              <a:buNone/>
              <a:defRPr lang="ko-KR" altLang="en-US" sz="2000" spc="-75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555555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1pPr>
            <a:lvl2pPr>
              <a:defRPr lang="ko-KR" altLang="en-US" sz="1350" dirty="0" smtClean="0">
                <a:latin typeface="+mn-lt"/>
                <a:ea typeface="+mn-ea"/>
              </a:defRPr>
            </a:lvl2pPr>
            <a:lvl3pPr>
              <a:defRPr lang="ko-KR" altLang="en-US" sz="1350" dirty="0" smtClean="0">
                <a:latin typeface="+mn-lt"/>
                <a:ea typeface="+mn-ea"/>
              </a:defRPr>
            </a:lvl3pPr>
            <a:lvl4pPr>
              <a:defRPr lang="ko-KR" altLang="en-US" dirty="0" smtClean="0">
                <a:latin typeface="+mn-lt"/>
                <a:ea typeface="+mn-ea"/>
              </a:defRPr>
            </a:lvl4pPr>
            <a:lvl5pPr>
              <a:defRPr lang="ko-KR" altLang="en-US" dirty="0">
                <a:latin typeface="+mn-lt"/>
                <a:ea typeface="+mn-ea"/>
              </a:defRPr>
            </a:lvl5pPr>
          </a:lstStyle>
          <a:p>
            <a:pPr marL="0" lvl="0">
              <a:lnSpc>
                <a:spcPct val="114000"/>
              </a:lnSpc>
            </a:pPr>
            <a:r>
              <a:rPr lang="ko-KR" altLang="en-US" dirty="0"/>
              <a:t>과정 부제 입력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1B50D9E-A45F-CAFA-47EE-4C0AFD249290}"/>
              </a:ext>
            </a:extLst>
          </p:cNvPr>
          <p:cNvGrpSpPr/>
          <p:nvPr userDrawn="1"/>
        </p:nvGrpSpPr>
        <p:grpSpPr>
          <a:xfrm>
            <a:off x="1025304" y="1940864"/>
            <a:ext cx="1192734" cy="180817"/>
            <a:chOff x="3977771" y="8544100"/>
            <a:chExt cx="824959" cy="125063"/>
          </a:xfrm>
          <a:solidFill>
            <a:srgbClr val="535353"/>
          </a:solidFill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5D7EA852-C208-F8B9-2E33-CC34A87E868E}"/>
                </a:ext>
              </a:extLst>
            </p:cNvPr>
            <p:cNvSpPr/>
            <p:nvPr/>
          </p:nvSpPr>
          <p:spPr>
            <a:xfrm>
              <a:off x="3977771" y="8544100"/>
              <a:ext cx="122872" cy="123634"/>
            </a:xfrm>
            <a:custGeom>
              <a:avLst/>
              <a:gdLst>
                <a:gd name="csX0" fmla="*/ 0 w 122872"/>
                <a:gd name="csY0" fmla="*/ 28099 h 123634"/>
                <a:gd name="csX1" fmla="*/ 0 w 122872"/>
                <a:gd name="csY1" fmla="*/ 11430 h 123634"/>
                <a:gd name="csX2" fmla="*/ 29242 w 122872"/>
                <a:gd name="csY2" fmla="*/ 11430 h 123634"/>
                <a:gd name="csX3" fmla="*/ 29242 w 122872"/>
                <a:gd name="csY3" fmla="*/ 0 h 123634"/>
                <a:gd name="csX4" fmla="*/ 49720 w 122872"/>
                <a:gd name="csY4" fmla="*/ 0 h 123634"/>
                <a:gd name="csX5" fmla="*/ 49720 w 122872"/>
                <a:gd name="csY5" fmla="*/ 11430 h 123634"/>
                <a:gd name="csX6" fmla="*/ 79058 w 122872"/>
                <a:gd name="csY6" fmla="*/ 11430 h 123634"/>
                <a:gd name="csX7" fmla="*/ 79058 w 122872"/>
                <a:gd name="csY7" fmla="*/ 28099 h 123634"/>
                <a:gd name="csX8" fmla="*/ 0 w 122872"/>
                <a:gd name="csY8" fmla="*/ 28099 h 123634"/>
                <a:gd name="csX9" fmla="*/ 14288 w 122872"/>
                <a:gd name="csY9" fmla="*/ 76010 h 123634"/>
                <a:gd name="csX10" fmla="*/ 4286 w 122872"/>
                <a:gd name="csY10" fmla="*/ 57626 h 123634"/>
                <a:gd name="csX11" fmla="*/ 14288 w 122872"/>
                <a:gd name="csY11" fmla="*/ 39243 h 123634"/>
                <a:gd name="csX12" fmla="*/ 39529 w 122872"/>
                <a:gd name="csY12" fmla="*/ 32576 h 123634"/>
                <a:gd name="csX13" fmla="*/ 64675 w 122872"/>
                <a:gd name="csY13" fmla="*/ 39243 h 123634"/>
                <a:gd name="csX14" fmla="*/ 74771 w 122872"/>
                <a:gd name="csY14" fmla="*/ 57626 h 123634"/>
                <a:gd name="csX15" fmla="*/ 64675 w 122872"/>
                <a:gd name="csY15" fmla="*/ 76010 h 123634"/>
                <a:gd name="csX16" fmla="*/ 39529 w 122872"/>
                <a:gd name="csY16" fmla="*/ 82677 h 123634"/>
                <a:gd name="csX17" fmla="*/ 14288 w 122872"/>
                <a:gd name="csY17" fmla="*/ 76010 h 123634"/>
                <a:gd name="csX18" fmla="*/ 110681 w 122872"/>
                <a:gd name="csY18" fmla="*/ 105251 h 123634"/>
                <a:gd name="csX19" fmla="*/ 110681 w 122872"/>
                <a:gd name="csY19" fmla="*/ 123634 h 123634"/>
                <a:gd name="csX20" fmla="*/ 7620 w 122872"/>
                <a:gd name="csY20" fmla="*/ 123634 h 123634"/>
                <a:gd name="csX21" fmla="*/ 7620 w 122872"/>
                <a:gd name="csY21" fmla="*/ 87440 h 123634"/>
                <a:gd name="csX22" fmla="*/ 28099 w 122872"/>
                <a:gd name="csY22" fmla="*/ 87440 h 123634"/>
                <a:gd name="csX23" fmla="*/ 28099 w 122872"/>
                <a:gd name="csY23" fmla="*/ 105251 h 123634"/>
                <a:gd name="csX24" fmla="*/ 110681 w 122872"/>
                <a:gd name="csY24" fmla="*/ 105251 h 123634"/>
                <a:gd name="csX25" fmla="*/ 27813 w 122872"/>
                <a:gd name="csY25" fmla="*/ 50768 h 123634"/>
                <a:gd name="csX26" fmla="*/ 23432 w 122872"/>
                <a:gd name="csY26" fmla="*/ 57626 h 123634"/>
                <a:gd name="csX27" fmla="*/ 27813 w 122872"/>
                <a:gd name="csY27" fmla="*/ 64580 h 123634"/>
                <a:gd name="csX28" fmla="*/ 39529 w 122872"/>
                <a:gd name="csY28" fmla="*/ 67247 h 123634"/>
                <a:gd name="csX29" fmla="*/ 51149 w 122872"/>
                <a:gd name="csY29" fmla="*/ 64580 h 123634"/>
                <a:gd name="csX30" fmla="*/ 55626 w 122872"/>
                <a:gd name="csY30" fmla="*/ 57626 h 123634"/>
                <a:gd name="csX31" fmla="*/ 51149 w 122872"/>
                <a:gd name="csY31" fmla="*/ 50768 h 123634"/>
                <a:gd name="csX32" fmla="*/ 39529 w 122872"/>
                <a:gd name="csY32" fmla="*/ 48006 h 123634"/>
                <a:gd name="csX33" fmla="*/ 27813 w 122872"/>
                <a:gd name="csY33" fmla="*/ 50768 h 123634"/>
                <a:gd name="csX34" fmla="*/ 122873 w 122872"/>
                <a:gd name="csY34" fmla="*/ 52578 h 123634"/>
                <a:gd name="csX35" fmla="*/ 108395 w 122872"/>
                <a:gd name="csY35" fmla="*/ 52578 h 123634"/>
                <a:gd name="csX36" fmla="*/ 108395 w 122872"/>
                <a:gd name="csY36" fmla="*/ 93345 h 123634"/>
                <a:gd name="csX37" fmla="*/ 88392 w 122872"/>
                <a:gd name="csY37" fmla="*/ 93345 h 123634"/>
                <a:gd name="csX38" fmla="*/ 88392 w 122872"/>
                <a:gd name="csY38" fmla="*/ 2191 h 123634"/>
                <a:gd name="csX39" fmla="*/ 108395 w 122872"/>
                <a:gd name="csY39" fmla="*/ 2191 h 123634"/>
                <a:gd name="csX40" fmla="*/ 108395 w 122872"/>
                <a:gd name="csY40" fmla="*/ 32004 h 123634"/>
                <a:gd name="csX41" fmla="*/ 122873 w 122872"/>
                <a:gd name="csY41" fmla="*/ 32004 h 123634"/>
                <a:gd name="csX42" fmla="*/ 122873 w 122872"/>
                <a:gd name="csY42" fmla="*/ 52483 h 1236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</a:cxnLst>
              <a:rect l="l" t="t" r="r" b="b"/>
              <a:pathLst>
                <a:path w="122872" h="123634">
                  <a:moveTo>
                    <a:pt x="0" y="28099"/>
                  </a:moveTo>
                  <a:lnTo>
                    <a:pt x="0" y="11430"/>
                  </a:lnTo>
                  <a:lnTo>
                    <a:pt x="29242" y="11430"/>
                  </a:lnTo>
                  <a:lnTo>
                    <a:pt x="29242" y="0"/>
                  </a:lnTo>
                  <a:lnTo>
                    <a:pt x="49720" y="0"/>
                  </a:lnTo>
                  <a:lnTo>
                    <a:pt x="49720" y="11430"/>
                  </a:lnTo>
                  <a:lnTo>
                    <a:pt x="79058" y="11430"/>
                  </a:lnTo>
                  <a:lnTo>
                    <a:pt x="79058" y="28099"/>
                  </a:lnTo>
                  <a:lnTo>
                    <a:pt x="0" y="28099"/>
                  </a:lnTo>
                  <a:close/>
                  <a:moveTo>
                    <a:pt x="14288" y="76010"/>
                  </a:moveTo>
                  <a:cubicBezTo>
                    <a:pt x="7620" y="71533"/>
                    <a:pt x="4286" y="65437"/>
                    <a:pt x="4286" y="57626"/>
                  </a:cubicBezTo>
                  <a:cubicBezTo>
                    <a:pt x="4286" y="49816"/>
                    <a:pt x="7620" y="43625"/>
                    <a:pt x="14288" y="39243"/>
                  </a:cubicBezTo>
                  <a:cubicBezTo>
                    <a:pt x="20955" y="34766"/>
                    <a:pt x="29337" y="32576"/>
                    <a:pt x="39529" y="32576"/>
                  </a:cubicBezTo>
                  <a:cubicBezTo>
                    <a:pt x="49720" y="32576"/>
                    <a:pt x="58007" y="34766"/>
                    <a:pt x="64675" y="39243"/>
                  </a:cubicBezTo>
                  <a:cubicBezTo>
                    <a:pt x="71438" y="43720"/>
                    <a:pt x="74771" y="49816"/>
                    <a:pt x="74771" y="57626"/>
                  </a:cubicBezTo>
                  <a:cubicBezTo>
                    <a:pt x="74771" y="65437"/>
                    <a:pt x="71438" y="71628"/>
                    <a:pt x="64675" y="76010"/>
                  </a:cubicBezTo>
                  <a:cubicBezTo>
                    <a:pt x="57912" y="80486"/>
                    <a:pt x="49530" y="82677"/>
                    <a:pt x="39529" y="82677"/>
                  </a:cubicBezTo>
                  <a:cubicBezTo>
                    <a:pt x="29528" y="82677"/>
                    <a:pt x="20955" y="80486"/>
                    <a:pt x="14288" y="76010"/>
                  </a:cubicBezTo>
                  <a:close/>
                  <a:moveTo>
                    <a:pt x="110681" y="105251"/>
                  </a:moveTo>
                  <a:lnTo>
                    <a:pt x="110681" y="123634"/>
                  </a:lnTo>
                  <a:lnTo>
                    <a:pt x="7620" y="123634"/>
                  </a:lnTo>
                  <a:lnTo>
                    <a:pt x="7620" y="87440"/>
                  </a:lnTo>
                  <a:lnTo>
                    <a:pt x="28099" y="87440"/>
                  </a:lnTo>
                  <a:lnTo>
                    <a:pt x="28099" y="105251"/>
                  </a:lnTo>
                  <a:lnTo>
                    <a:pt x="110681" y="105251"/>
                  </a:lnTo>
                  <a:close/>
                  <a:moveTo>
                    <a:pt x="27813" y="50768"/>
                  </a:moveTo>
                  <a:cubicBezTo>
                    <a:pt x="24860" y="52578"/>
                    <a:pt x="23432" y="54959"/>
                    <a:pt x="23432" y="57626"/>
                  </a:cubicBezTo>
                  <a:cubicBezTo>
                    <a:pt x="23432" y="60293"/>
                    <a:pt x="24860" y="62770"/>
                    <a:pt x="27813" y="64580"/>
                  </a:cubicBezTo>
                  <a:cubicBezTo>
                    <a:pt x="30766" y="66389"/>
                    <a:pt x="34576" y="67247"/>
                    <a:pt x="39529" y="67247"/>
                  </a:cubicBezTo>
                  <a:cubicBezTo>
                    <a:pt x="44482" y="67247"/>
                    <a:pt x="48197" y="66389"/>
                    <a:pt x="51149" y="64580"/>
                  </a:cubicBezTo>
                  <a:cubicBezTo>
                    <a:pt x="54102" y="62770"/>
                    <a:pt x="55626" y="60484"/>
                    <a:pt x="55626" y="57626"/>
                  </a:cubicBezTo>
                  <a:cubicBezTo>
                    <a:pt x="55626" y="54769"/>
                    <a:pt x="54102" y="52578"/>
                    <a:pt x="51149" y="50768"/>
                  </a:cubicBezTo>
                  <a:cubicBezTo>
                    <a:pt x="48197" y="48959"/>
                    <a:pt x="44291" y="48006"/>
                    <a:pt x="39529" y="48006"/>
                  </a:cubicBezTo>
                  <a:cubicBezTo>
                    <a:pt x="34766" y="48006"/>
                    <a:pt x="30766" y="48959"/>
                    <a:pt x="27813" y="50768"/>
                  </a:cubicBezTo>
                  <a:close/>
                  <a:moveTo>
                    <a:pt x="122873" y="52578"/>
                  </a:moveTo>
                  <a:lnTo>
                    <a:pt x="108395" y="52578"/>
                  </a:lnTo>
                  <a:lnTo>
                    <a:pt x="108395" y="93345"/>
                  </a:lnTo>
                  <a:lnTo>
                    <a:pt x="88392" y="93345"/>
                  </a:lnTo>
                  <a:lnTo>
                    <a:pt x="88392" y="2191"/>
                  </a:lnTo>
                  <a:lnTo>
                    <a:pt x="108395" y="2191"/>
                  </a:lnTo>
                  <a:lnTo>
                    <a:pt x="108395" y="32004"/>
                  </a:lnTo>
                  <a:lnTo>
                    <a:pt x="122873" y="32004"/>
                  </a:lnTo>
                  <a:lnTo>
                    <a:pt x="122873" y="524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55764F3E-24C6-A7C3-9C9A-4F1C73C2B943}"/>
                </a:ext>
              </a:extLst>
            </p:cNvPr>
            <p:cNvSpPr/>
            <p:nvPr/>
          </p:nvSpPr>
          <p:spPr>
            <a:xfrm>
              <a:off x="4119979" y="8546767"/>
              <a:ext cx="116871" cy="122396"/>
            </a:xfrm>
            <a:custGeom>
              <a:avLst/>
              <a:gdLst>
                <a:gd name="csX0" fmla="*/ 68485 w 116871"/>
                <a:gd name="csY0" fmla="*/ 79724 h 122396"/>
                <a:gd name="csX1" fmla="*/ 109728 w 116871"/>
                <a:gd name="csY1" fmla="*/ 79724 h 122396"/>
                <a:gd name="csX2" fmla="*/ 109728 w 116871"/>
                <a:gd name="csY2" fmla="*/ 122396 h 122396"/>
                <a:gd name="csX3" fmla="*/ 89249 w 116871"/>
                <a:gd name="csY3" fmla="*/ 122396 h 122396"/>
                <a:gd name="csX4" fmla="*/ 89249 w 116871"/>
                <a:gd name="csY4" fmla="*/ 97441 h 122396"/>
                <a:gd name="csX5" fmla="*/ 6572 w 116871"/>
                <a:gd name="csY5" fmla="*/ 97441 h 122396"/>
                <a:gd name="csX6" fmla="*/ 6572 w 116871"/>
                <a:gd name="csY6" fmla="*/ 79629 h 122396"/>
                <a:gd name="csX7" fmla="*/ 48292 w 116871"/>
                <a:gd name="csY7" fmla="*/ 79629 h 122396"/>
                <a:gd name="csX8" fmla="*/ 48292 w 116871"/>
                <a:gd name="csY8" fmla="*/ 64199 h 122396"/>
                <a:gd name="csX9" fmla="*/ 0 w 116871"/>
                <a:gd name="csY9" fmla="*/ 64199 h 122396"/>
                <a:gd name="csX10" fmla="*/ 0 w 116871"/>
                <a:gd name="csY10" fmla="*/ 46387 h 122396"/>
                <a:gd name="csX11" fmla="*/ 116872 w 116871"/>
                <a:gd name="csY11" fmla="*/ 46387 h 122396"/>
                <a:gd name="csX12" fmla="*/ 116872 w 116871"/>
                <a:gd name="csY12" fmla="*/ 64199 h 122396"/>
                <a:gd name="csX13" fmla="*/ 68485 w 116871"/>
                <a:gd name="csY13" fmla="*/ 64199 h 122396"/>
                <a:gd name="csX14" fmla="*/ 68485 w 116871"/>
                <a:gd name="csY14" fmla="*/ 79629 h 122396"/>
                <a:gd name="csX15" fmla="*/ 7144 w 116871"/>
                <a:gd name="csY15" fmla="*/ 17812 h 122396"/>
                <a:gd name="csX16" fmla="*/ 7144 w 116871"/>
                <a:gd name="csY16" fmla="*/ 0 h 122396"/>
                <a:gd name="csX17" fmla="*/ 109252 w 116871"/>
                <a:gd name="csY17" fmla="*/ 0 h 122396"/>
                <a:gd name="csX18" fmla="*/ 109252 w 116871"/>
                <a:gd name="csY18" fmla="*/ 40958 h 122396"/>
                <a:gd name="csX19" fmla="*/ 88773 w 116871"/>
                <a:gd name="csY19" fmla="*/ 40958 h 122396"/>
                <a:gd name="csX20" fmla="*/ 88773 w 116871"/>
                <a:gd name="csY20" fmla="*/ 17812 h 122396"/>
                <a:gd name="csX21" fmla="*/ 7144 w 116871"/>
                <a:gd name="csY21" fmla="*/ 17812 h 1223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16871" h="122396">
                  <a:moveTo>
                    <a:pt x="68485" y="79724"/>
                  </a:moveTo>
                  <a:lnTo>
                    <a:pt x="109728" y="79724"/>
                  </a:lnTo>
                  <a:lnTo>
                    <a:pt x="109728" y="122396"/>
                  </a:lnTo>
                  <a:lnTo>
                    <a:pt x="89249" y="122396"/>
                  </a:lnTo>
                  <a:lnTo>
                    <a:pt x="89249" y="97441"/>
                  </a:lnTo>
                  <a:lnTo>
                    <a:pt x="6572" y="97441"/>
                  </a:lnTo>
                  <a:lnTo>
                    <a:pt x="6572" y="79629"/>
                  </a:lnTo>
                  <a:lnTo>
                    <a:pt x="48292" y="79629"/>
                  </a:lnTo>
                  <a:lnTo>
                    <a:pt x="48292" y="64199"/>
                  </a:lnTo>
                  <a:lnTo>
                    <a:pt x="0" y="64199"/>
                  </a:lnTo>
                  <a:lnTo>
                    <a:pt x="0" y="46387"/>
                  </a:lnTo>
                  <a:lnTo>
                    <a:pt x="116872" y="46387"/>
                  </a:lnTo>
                  <a:lnTo>
                    <a:pt x="116872" y="64199"/>
                  </a:lnTo>
                  <a:lnTo>
                    <a:pt x="68485" y="64199"/>
                  </a:lnTo>
                  <a:lnTo>
                    <a:pt x="68485" y="79629"/>
                  </a:lnTo>
                  <a:close/>
                  <a:moveTo>
                    <a:pt x="7144" y="17812"/>
                  </a:moveTo>
                  <a:lnTo>
                    <a:pt x="7144" y="0"/>
                  </a:lnTo>
                  <a:lnTo>
                    <a:pt x="109252" y="0"/>
                  </a:lnTo>
                  <a:lnTo>
                    <a:pt x="109252" y="40958"/>
                  </a:lnTo>
                  <a:lnTo>
                    <a:pt x="88773" y="40958"/>
                  </a:lnTo>
                  <a:lnTo>
                    <a:pt x="88773" y="17812"/>
                  </a:lnTo>
                  <a:lnTo>
                    <a:pt x="7144" y="17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B885CD37-E2B8-FD85-A894-5AF8BDA945F7}"/>
                </a:ext>
              </a:extLst>
            </p:cNvPr>
            <p:cNvSpPr/>
            <p:nvPr/>
          </p:nvSpPr>
          <p:spPr>
            <a:xfrm>
              <a:off x="4261330" y="8546290"/>
              <a:ext cx="122205" cy="121443"/>
            </a:xfrm>
            <a:custGeom>
              <a:avLst/>
              <a:gdLst>
                <a:gd name="csX0" fmla="*/ 62960 w 122205"/>
                <a:gd name="csY0" fmla="*/ 50959 h 121443"/>
                <a:gd name="csX1" fmla="*/ 36385 w 122205"/>
                <a:gd name="csY1" fmla="*/ 58960 h 121443"/>
                <a:gd name="csX2" fmla="*/ 17145 w 122205"/>
                <a:gd name="csY2" fmla="*/ 55340 h 121443"/>
                <a:gd name="csX3" fmla="*/ 4477 w 122205"/>
                <a:gd name="csY3" fmla="*/ 45053 h 121443"/>
                <a:gd name="csX4" fmla="*/ 0 w 122205"/>
                <a:gd name="csY4" fmla="*/ 29718 h 121443"/>
                <a:gd name="csX5" fmla="*/ 4477 w 122205"/>
                <a:gd name="csY5" fmla="*/ 14478 h 121443"/>
                <a:gd name="csX6" fmla="*/ 17145 w 122205"/>
                <a:gd name="csY6" fmla="*/ 4191 h 121443"/>
                <a:gd name="csX7" fmla="*/ 36385 w 122205"/>
                <a:gd name="csY7" fmla="*/ 571 h 121443"/>
                <a:gd name="csX8" fmla="*/ 55721 w 122205"/>
                <a:gd name="csY8" fmla="*/ 4191 h 121443"/>
                <a:gd name="csX9" fmla="*/ 68390 w 122205"/>
                <a:gd name="csY9" fmla="*/ 14478 h 121443"/>
                <a:gd name="csX10" fmla="*/ 72866 w 122205"/>
                <a:gd name="csY10" fmla="*/ 29718 h 121443"/>
                <a:gd name="csX11" fmla="*/ 63151 w 122205"/>
                <a:gd name="csY11" fmla="*/ 50864 h 121443"/>
                <a:gd name="csX12" fmla="*/ 109538 w 122205"/>
                <a:gd name="csY12" fmla="*/ 106680 h 121443"/>
                <a:gd name="csX13" fmla="*/ 109538 w 122205"/>
                <a:gd name="csY13" fmla="*/ 121444 h 121443"/>
                <a:gd name="csX14" fmla="*/ 8572 w 122205"/>
                <a:gd name="csY14" fmla="*/ 121444 h 121443"/>
                <a:gd name="csX15" fmla="*/ 8572 w 122205"/>
                <a:gd name="csY15" fmla="*/ 86487 h 121443"/>
                <a:gd name="csX16" fmla="*/ 88106 w 122205"/>
                <a:gd name="csY16" fmla="*/ 86487 h 121443"/>
                <a:gd name="csX17" fmla="*/ 88106 w 122205"/>
                <a:gd name="csY17" fmla="*/ 79534 h 121443"/>
                <a:gd name="csX18" fmla="*/ 8287 w 122205"/>
                <a:gd name="csY18" fmla="*/ 79534 h 121443"/>
                <a:gd name="csX19" fmla="*/ 8287 w 122205"/>
                <a:gd name="csY19" fmla="*/ 64770 h 121443"/>
                <a:gd name="csX20" fmla="*/ 107823 w 122205"/>
                <a:gd name="csY20" fmla="*/ 64770 h 121443"/>
                <a:gd name="csX21" fmla="*/ 107823 w 122205"/>
                <a:gd name="csY21" fmla="*/ 99727 h 121443"/>
                <a:gd name="csX22" fmla="*/ 28480 w 122205"/>
                <a:gd name="csY22" fmla="*/ 99727 h 121443"/>
                <a:gd name="csX23" fmla="*/ 28480 w 122205"/>
                <a:gd name="csY23" fmla="*/ 106680 h 121443"/>
                <a:gd name="csX24" fmla="*/ 109633 w 122205"/>
                <a:gd name="csY24" fmla="*/ 106680 h 121443"/>
                <a:gd name="csX25" fmla="*/ 24384 w 122205"/>
                <a:gd name="csY25" fmla="*/ 38957 h 121443"/>
                <a:gd name="csX26" fmla="*/ 36290 w 122205"/>
                <a:gd name="csY26" fmla="*/ 42291 h 121443"/>
                <a:gd name="csX27" fmla="*/ 48482 w 122205"/>
                <a:gd name="csY27" fmla="*/ 38862 h 121443"/>
                <a:gd name="csX28" fmla="*/ 52959 w 122205"/>
                <a:gd name="csY28" fmla="*/ 29718 h 121443"/>
                <a:gd name="csX29" fmla="*/ 48482 w 122205"/>
                <a:gd name="csY29" fmla="*/ 20479 h 121443"/>
                <a:gd name="csX30" fmla="*/ 36290 w 122205"/>
                <a:gd name="csY30" fmla="*/ 17145 h 121443"/>
                <a:gd name="csX31" fmla="*/ 24289 w 122205"/>
                <a:gd name="csY31" fmla="*/ 20479 h 121443"/>
                <a:gd name="csX32" fmla="*/ 19907 w 122205"/>
                <a:gd name="csY32" fmla="*/ 29718 h 121443"/>
                <a:gd name="csX33" fmla="*/ 24384 w 122205"/>
                <a:gd name="csY33" fmla="*/ 38957 h 121443"/>
                <a:gd name="csX34" fmla="*/ 122206 w 122205"/>
                <a:gd name="csY34" fmla="*/ 38767 h 121443"/>
                <a:gd name="csX35" fmla="*/ 107728 w 122205"/>
                <a:gd name="csY35" fmla="*/ 38767 h 121443"/>
                <a:gd name="csX36" fmla="*/ 107728 w 122205"/>
                <a:gd name="csY36" fmla="*/ 59722 h 121443"/>
                <a:gd name="csX37" fmla="*/ 87725 w 122205"/>
                <a:gd name="csY37" fmla="*/ 59722 h 121443"/>
                <a:gd name="csX38" fmla="*/ 87725 w 122205"/>
                <a:gd name="csY38" fmla="*/ 0 h 121443"/>
                <a:gd name="csX39" fmla="*/ 107728 w 122205"/>
                <a:gd name="csY39" fmla="*/ 0 h 121443"/>
                <a:gd name="csX40" fmla="*/ 107728 w 122205"/>
                <a:gd name="csY40" fmla="*/ 18288 h 121443"/>
                <a:gd name="csX41" fmla="*/ 122206 w 122205"/>
                <a:gd name="csY41" fmla="*/ 18288 h 121443"/>
                <a:gd name="csX42" fmla="*/ 122206 w 122205"/>
                <a:gd name="csY42" fmla="*/ 38767 h 121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</a:cxnLst>
              <a:rect l="l" t="t" r="r" b="b"/>
              <a:pathLst>
                <a:path w="122205" h="121443">
                  <a:moveTo>
                    <a:pt x="62960" y="50959"/>
                  </a:moveTo>
                  <a:cubicBezTo>
                    <a:pt x="56483" y="56293"/>
                    <a:pt x="47625" y="58960"/>
                    <a:pt x="36385" y="58960"/>
                  </a:cubicBezTo>
                  <a:cubicBezTo>
                    <a:pt x="29051" y="58960"/>
                    <a:pt x="22670" y="57722"/>
                    <a:pt x="17145" y="55340"/>
                  </a:cubicBezTo>
                  <a:cubicBezTo>
                    <a:pt x="11620" y="52959"/>
                    <a:pt x="7429" y="49530"/>
                    <a:pt x="4477" y="45053"/>
                  </a:cubicBezTo>
                  <a:cubicBezTo>
                    <a:pt x="1524" y="40672"/>
                    <a:pt x="0" y="35528"/>
                    <a:pt x="0" y="29718"/>
                  </a:cubicBezTo>
                  <a:cubicBezTo>
                    <a:pt x="0" y="23908"/>
                    <a:pt x="1524" y="18955"/>
                    <a:pt x="4477" y="14478"/>
                  </a:cubicBezTo>
                  <a:cubicBezTo>
                    <a:pt x="7429" y="10001"/>
                    <a:pt x="11620" y="6572"/>
                    <a:pt x="17145" y="4191"/>
                  </a:cubicBezTo>
                  <a:cubicBezTo>
                    <a:pt x="22670" y="1810"/>
                    <a:pt x="29051" y="571"/>
                    <a:pt x="36385" y="571"/>
                  </a:cubicBezTo>
                  <a:cubicBezTo>
                    <a:pt x="43720" y="571"/>
                    <a:pt x="50197" y="1810"/>
                    <a:pt x="55721" y="4191"/>
                  </a:cubicBezTo>
                  <a:cubicBezTo>
                    <a:pt x="61150" y="6668"/>
                    <a:pt x="65342" y="10097"/>
                    <a:pt x="68390" y="14478"/>
                  </a:cubicBezTo>
                  <a:cubicBezTo>
                    <a:pt x="71342" y="18955"/>
                    <a:pt x="72866" y="24003"/>
                    <a:pt x="72866" y="29718"/>
                  </a:cubicBezTo>
                  <a:cubicBezTo>
                    <a:pt x="72866" y="38481"/>
                    <a:pt x="69628" y="45530"/>
                    <a:pt x="63151" y="50864"/>
                  </a:cubicBezTo>
                  <a:close/>
                  <a:moveTo>
                    <a:pt x="109538" y="106680"/>
                  </a:moveTo>
                  <a:lnTo>
                    <a:pt x="109538" y="121444"/>
                  </a:lnTo>
                  <a:lnTo>
                    <a:pt x="8572" y="121444"/>
                  </a:lnTo>
                  <a:lnTo>
                    <a:pt x="8572" y="86487"/>
                  </a:lnTo>
                  <a:lnTo>
                    <a:pt x="88106" y="86487"/>
                  </a:lnTo>
                  <a:lnTo>
                    <a:pt x="88106" y="79534"/>
                  </a:lnTo>
                  <a:lnTo>
                    <a:pt x="8287" y="79534"/>
                  </a:lnTo>
                  <a:lnTo>
                    <a:pt x="8287" y="64770"/>
                  </a:lnTo>
                  <a:lnTo>
                    <a:pt x="107823" y="64770"/>
                  </a:lnTo>
                  <a:lnTo>
                    <a:pt x="107823" y="99727"/>
                  </a:lnTo>
                  <a:lnTo>
                    <a:pt x="28480" y="99727"/>
                  </a:lnTo>
                  <a:lnTo>
                    <a:pt x="28480" y="106680"/>
                  </a:lnTo>
                  <a:lnTo>
                    <a:pt x="109633" y="106680"/>
                  </a:lnTo>
                  <a:close/>
                  <a:moveTo>
                    <a:pt x="24384" y="38957"/>
                  </a:moveTo>
                  <a:cubicBezTo>
                    <a:pt x="27337" y="41148"/>
                    <a:pt x="31337" y="42291"/>
                    <a:pt x="36290" y="42291"/>
                  </a:cubicBezTo>
                  <a:cubicBezTo>
                    <a:pt x="41243" y="42291"/>
                    <a:pt x="45434" y="41148"/>
                    <a:pt x="48482" y="38862"/>
                  </a:cubicBezTo>
                  <a:cubicBezTo>
                    <a:pt x="51530" y="36576"/>
                    <a:pt x="52959" y="33528"/>
                    <a:pt x="52959" y="29718"/>
                  </a:cubicBezTo>
                  <a:cubicBezTo>
                    <a:pt x="52959" y="25908"/>
                    <a:pt x="51435" y="22765"/>
                    <a:pt x="48482" y="20479"/>
                  </a:cubicBezTo>
                  <a:cubicBezTo>
                    <a:pt x="45434" y="18288"/>
                    <a:pt x="41434" y="17145"/>
                    <a:pt x="36290" y="17145"/>
                  </a:cubicBezTo>
                  <a:cubicBezTo>
                    <a:pt x="31147" y="17145"/>
                    <a:pt x="27242" y="18288"/>
                    <a:pt x="24289" y="20479"/>
                  </a:cubicBezTo>
                  <a:cubicBezTo>
                    <a:pt x="21431" y="22669"/>
                    <a:pt x="19907" y="25813"/>
                    <a:pt x="19907" y="29718"/>
                  </a:cubicBezTo>
                  <a:cubicBezTo>
                    <a:pt x="19907" y="33623"/>
                    <a:pt x="21431" y="36671"/>
                    <a:pt x="24384" y="38957"/>
                  </a:cubicBezTo>
                  <a:close/>
                  <a:moveTo>
                    <a:pt x="122206" y="38767"/>
                  </a:moveTo>
                  <a:lnTo>
                    <a:pt x="107728" y="38767"/>
                  </a:lnTo>
                  <a:lnTo>
                    <a:pt x="107728" y="59722"/>
                  </a:lnTo>
                  <a:lnTo>
                    <a:pt x="87725" y="59722"/>
                  </a:lnTo>
                  <a:lnTo>
                    <a:pt x="87725" y="0"/>
                  </a:lnTo>
                  <a:lnTo>
                    <a:pt x="107728" y="0"/>
                  </a:lnTo>
                  <a:lnTo>
                    <a:pt x="107728" y="18288"/>
                  </a:lnTo>
                  <a:lnTo>
                    <a:pt x="122206" y="18288"/>
                  </a:lnTo>
                  <a:lnTo>
                    <a:pt x="122206" y="387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E895FAC6-B19C-EC2E-E67E-381C1DCAE01B}"/>
                </a:ext>
              </a:extLst>
            </p:cNvPr>
            <p:cNvSpPr/>
            <p:nvPr/>
          </p:nvSpPr>
          <p:spPr>
            <a:xfrm>
              <a:off x="4402871" y="8546671"/>
              <a:ext cx="116871" cy="121062"/>
            </a:xfrm>
            <a:custGeom>
              <a:avLst/>
              <a:gdLst>
                <a:gd name="csX0" fmla="*/ 116872 w 116871"/>
                <a:gd name="csY0" fmla="*/ 63817 h 121062"/>
                <a:gd name="csX1" fmla="*/ 0 w 116871"/>
                <a:gd name="csY1" fmla="*/ 63817 h 121062"/>
                <a:gd name="csX2" fmla="*/ 0 w 116871"/>
                <a:gd name="csY2" fmla="*/ 48387 h 121062"/>
                <a:gd name="csX3" fmla="*/ 40291 w 116871"/>
                <a:gd name="csY3" fmla="*/ 48387 h 121062"/>
                <a:gd name="csX4" fmla="*/ 40291 w 116871"/>
                <a:gd name="csY4" fmla="*/ 38195 h 121062"/>
                <a:gd name="csX5" fmla="*/ 60579 w 116871"/>
                <a:gd name="csY5" fmla="*/ 38195 h 121062"/>
                <a:gd name="csX6" fmla="*/ 60579 w 116871"/>
                <a:gd name="csY6" fmla="*/ 48387 h 121062"/>
                <a:gd name="csX7" fmla="*/ 116776 w 116871"/>
                <a:gd name="csY7" fmla="*/ 48387 h 121062"/>
                <a:gd name="csX8" fmla="*/ 116776 w 116871"/>
                <a:gd name="csY8" fmla="*/ 63817 h 121062"/>
                <a:gd name="csX9" fmla="*/ 111157 w 116871"/>
                <a:gd name="csY9" fmla="*/ 107728 h 121062"/>
                <a:gd name="csX10" fmla="*/ 111157 w 116871"/>
                <a:gd name="csY10" fmla="*/ 121063 h 121062"/>
                <a:gd name="csX11" fmla="*/ 7334 w 116871"/>
                <a:gd name="csY11" fmla="*/ 121063 h 121062"/>
                <a:gd name="csX12" fmla="*/ 7334 w 116871"/>
                <a:gd name="csY12" fmla="*/ 90106 h 121062"/>
                <a:gd name="csX13" fmla="*/ 90011 w 116871"/>
                <a:gd name="csY13" fmla="*/ 90106 h 121062"/>
                <a:gd name="csX14" fmla="*/ 90011 w 116871"/>
                <a:gd name="csY14" fmla="*/ 84106 h 121062"/>
                <a:gd name="csX15" fmla="*/ 6953 w 116871"/>
                <a:gd name="csY15" fmla="*/ 84106 h 121062"/>
                <a:gd name="csX16" fmla="*/ 6953 w 116871"/>
                <a:gd name="csY16" fmla="*/ 70771 h 121062"/>
                <a:gd name="csX17" fmla="*/ 109633 w 116871"/>
                <a:gd name="csY17" fmla="*/ 70771 h 121062"/>
                <a:gd name="csX18" fmla="*/ 109633 w 116871"/>
                <a:gd name="csY18" fmla="*/ 101727 h 121062"/>
                <a:gd name="csX19" fmla="*/ 26956 w 116871"/>
                <a:gd name="csY19" fmla="*/ 101727 h 121062"/>
                <a:gd name="csX20" fmla="*/ 26956 w 116871"/>
                <a:gd name="csY20" fmla="*/ 107728 h 121062"/>
                <a:gd name="csX21" fmla="*/ 111062 w 116871"/>
                <a:gd name="csY21" fmla="*/ 107728 h 121062"/>
                <a:gd name="csX22" fmla="*/ 7525 w 116871"/>
                <a:gd name="csY22" fmla="*/ 38386 h 121062"/>
                <a:gd name="csX23" fmla="*/ 7525 w 116871"/>
                <a:gd name="csY23" fmla="*/ 23336 h 121062"/>
                <a:gd name="csX24" fmla="*/ 89440 w 116871"/>
                <a:gd name="csY24" fmla="*/ 23336 h 121062"/>
                <a:gd name="csX25" fmla="*/ 89440 w 116871"/>
                <a:gd name="csY25" fmla="*/ 15431 h 121062"/>
                <a:gd name="csX26" fmla="*/ 7525 w 116871"/>
                <a:gd name="csY26" fmla="*/ 15431 h 121062"/>
                <a:gd name="csX27" fmla="*/ 7525 w 116871"/>
                <a:gd name="csY27" fmla="*/ 0 h 121062"/>
                <a:gd name="csX28" fmla="*/ 109442 w 116871"/>
                <a:gd name="csY28" fmla="*/ 0 h 121062"/>
                <a:gd name="csX29" fmla="*/ 109442 w 116871"/>
                <a:gd name="csY29" fmla="*/ 46958 h 121062"/>
                <a:gd name="csX30" fmla="*/ 89440 w 116871"/>
                <a:gd name="csY30" fmla="*/ 46958 h 121062"/>
                <a:gd name="csX31" fmla="*/ 89440 w 116871"/>
                <a:gd name="csY31" fmla="*/ 38386 h 121062"/>
                <a:gd name="csX32" fmla="*/ 7525 w 116871"/>
                <a:gd name="csY32" fmla="*/ 38386 h 1210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116871" h="121062">
                  <a:moveTo>
                    <a:pt x="116872" y="63817"/>
                  </a:moveTo>
                  <a:lnTo>
                    <a:pt x="0" y="63817"/>
                  </a:lnTo>
                  <a:lnTo>
                    <a:pt x="0" y="48387"/>
                  </a:lnTo>
                  <a:lnTo>
                    <a:pt x="40291" y="48387"/>
                  </a:lnTo>
                  <a:lnTo>
                    <a:pt x="40291" y="38195"/>
                  </a:lnTo>
                  <a:lnTo>
                    <a:pt x="60579" y="38195"/>
                  </a:lnTo>
                  <a:lnTo>
                    <a:pt x="60579" y="48387"/>
                  </a:lnTo>
                  <a:lnTo>
                    <a:pt x="116776" y="48387"/>
                  </a:lnTo>
                  <a:lnTo>
                    <a:pt x="116776" y="63817"/>
                  </a:lnTo>
                  <a:close/>
                  <a:moveTo>
                    <a:pt x="111157" y="107728"/>
                  </a:moveTo>
                  <a:lnTo>
                    <a:pt x="111157" y="121063"/>
                  </a:lnTo>
                  <a:lnTo>
                    <a:pt x="7334" y="121063"/>
                  </a:lnTo>
                  <a:lnTo>
                    <a:pt x="7334" y="90106"/>
                  </a:lnTo>
                  <a:lnTo>
                    <a:pt x="90011" y="90106"/>
                  </a:lnTo>
                  <a:lnTo>
                    <a:pt x="90011" y="84106"/>
                  </a:lnTo>
                  <a:lnTo>
                    <a:pt x="6953" y="84106"/>
                  </a:lnTo>
                  <a:lnTo>
                    <a:pt x="6953" y="70771"/>
                  </a:lnTo>
                  <a:lnTo>
                    <a:pt x="109633" y="70771"/>
                  </a:lnTo>
                  <a:lnTo>
                    <a:pt x="109633" y="101727"/>
                  </a:lnTo>
                  <a:lnTo>
                    <a:pt x="26956" y="101727"/>
                  </a:lnTo>
                  <a:lnTo>
                    <a:pt x="26956" y="107728"/>
                  </a:lnTo>
                  <a:lnTo>
                    <a:pt x="111062" y="107728"/>
                  </a:lnTo>
                  <a:close/>
                  <a:moveTo>
                    <a:pt x="7525" y="38386"/>
                  </a:moveTo>
                  <a:lnTo>
                    <a:pt x="7525" y="23336"/>
                  </a:lnTo>
                  <a:lnTo>
                    <a:pt x="89440" y="23336"/>
                  </a:lnTo>
                  <a:lnTo>
                    <a:pt x="89440" y="15431"/>
                  </a:lnTo>
                  <a:lnTo>
                    <a:pt x="7525" y="15431"/>
                  </a:lnTo>
                  <a:lnTo>
                    <a:pt x="7525" y="0"/>
                  </a:lnTo>
                  <a:lnTo>
                    <a:pt x="109442" y="0"/>
                  </a:lnTo>
                  <a:lnTo>
                    <a:pt x="109442" y="46958"/>
                  </a:lnTo>
                  <a:lnTo>
                    <a:pt x="89440" y="46958"/>
                  </a:lnTo>
                  <a:lnTo>
                    <a:pt x="89440" y="38386"/>
                  </a:lnTo>
                  <a:lnTo>
                    <a:pt x="7525" y="3838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72887034-4A5F-131C-385C-6FBE375AE10A}"/>
                </a:ext>
              </a:extLst>
            </p:cNvPr>
            <p:cNvSpPr/>
            <p:nvPr/>
          </p:nvSpPr>
          <p:spPr>
            <a:xfrm>
              <a:off x="4544317" y="8549624"/>
              <a:ext cx="116871" cy="113823"/>
            </a:xfrm>
            <a:custGeom>
              <a:avLst/>
              <a:gdLst>
                <a:gd name="csX0" fmla="*/ 0 w 116871"/>
                <a:gd name="csY0" fmla="*/ 113824 h 113823"/>
                <a:gd name="csX1" fmla="*/ 0 w 116871"/>
                <a:gd name="csY1" fmla="*/ 94012 h 113823"/>
                <a:gd name="csX2" fmla="*/ 116872 w 116871"/>
                <a:gd name="csY2" fmla="*/ 94012 h 113823"/>
                <a:gd name="csX3" fmla="*/ 116872 w 116871"/>
                <a:gd name="csY3" fmla="*/ 113824 h 113823"/>
                <a:gd name="csX4" fmla="*/ 0 w 116871"/>
                <a:gd name="csY4" fmla="*/ 113824 h 113823"/>
                <a:gd name="csX5" fmla="*/ 88964 w 116871"/>
                <a:gd name="csY5" fmla="*/ 84487 h 113823"/>
                <a:gd name="csX6" fmla="*/ 88964 w 116871"/>
                <a:gd name="csY6" fmla="*/ 19717 h 113823"/>
                <a:gd name="csX7" fmla="*/ 6382 w 116871"/>
                <a:gd name="csY7" fmla="*/ 19717 h 113823"/>
                <a:gd name="csX8" fmla="*/ 6382 w 116871"/>
                <a:gd name="csY8" fmla="*/ 0 h 113823"/>
                <a:gd name="csX9" fmla="*/ 110014 w 116871"/>
                <a:gd name="csY9" fmla="*/ 0 h 113823"/>
                <a:gd name="csX10" fmla="*/ 110014 w 116871"/>
                <a:gd name="csY10" fmla="*/ 84487 h 113823"/>
                <a:gd name="csX11" fmla="*/ 88868 w 116871"/>
                <a:gd name="csY11" fmla="*/ 84487 h 113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16871" h="113823">
                  <a:moveTo>
                    <a:pt x="0" y="113824"/>
                  </a:moveTo>
                  <a:lnTo>
                    <a:pt x="0" y="94012"/>
                  </a:lnTo>
                  <a:lnTo>
                    <a:pt x="116872" y="94012"/>
                  </a:lnTo>
                  <a:lnTo>
                    <a:pt x="116872" y="113824"/>
                  </a:lnTo>
                  <a:lnTo>
                    <a:pt x="0" y="113824"/>
                  </a:lnTo>
                  <a:close/>
                  <a:moveTo>
                    <a:pt x="88964" y="84487"/>
                  </a:moveTo>
                  <a:lnTo>
                    <a:pt x="88964" y="19717"/>
                  </a:lnTo>
                  <a:lnTo>
                    <a:pt x="6382" y="19717"/>
                  </a:lnTo>
                  <a:lnTo>
                    <a:pt x="6382" y="0"/>
                  </a:lnTo>
                  <a:lnTo>
                    <a:pt x="110014" y="0"/>
                  </a:lnTo>
                  <a:lnTo>
                    <a:pt x="110014" y="84487"/>
                  </a:lnTo>
                  <a:lnTo>
                    <a:pt x="88868" y="844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A362B676-8D0D-31D4-A55F-8CFE1C31980A}"/>
                </a:ext>
              </a:extLst>
            </p:cNvPr>
            <p:cNvSpPr/>
            <p:nvPr/>
          </p:nvSpPr>
          <p:spPr>
            <a:xfrm>
              <a:off x="4685859" y="8546767"/>
              <a:ext cx="116871" cy="120967"/>
            </a:xfrm>
            <a:custGeom>
              <a:avLst/>
              <a:gdLst>
                <a:gd name="csX0" fmla="*/ 116777 w 116871"/>
                <a:gd name="csY0" fmla="*/ 72104 h 120967"/>
                <a:gd name="csX1" fmla="*/ 68390 w 116871"/>
                <a:gd name="csY1" fmla="*/ 72104 h 120967"/>
                <a:gd name="csX2" fmla="*/ 68390 w 116871"/>
                <a:gd name="csY2" fmla="*/ 80486 h 120967"/>
                <a:gd name="csX3" fmla="*/ 48387 w 116871"/>
                <a:gd name="csY3" fmla="*/ 80486 h 120967"/>
                <a:gd name="csX4" fmla="*/ 48387 w 116871"/>
                <a:gd name="csY4" fmla="*/ 72104 h 120967"/>
                <a:gd name="csX5" fmla="*/ 0 w 116871"/>
                <a:gd name="csY5" fmla="*/ 72104 h 120967"/>
                <a:gd name="csX6" fmla="*/ 0 w 116871"/>
                <a:gd name="csY6" fmla="*/ 56674 h 120967"/>
                <a:gd name="csX7" fmla="*/ 116872 w 116871"/>
                <a:gd name="csY7" fmla="*/ 56674 h 120967"/>
                <a:gd name="csX8" fmla="*/ 116872 w 116871"/>
                <a:gd name="csY8" fmla="*/ 72104 h 120967"/>
                <a:gd name="csX9" fmla="*/ 109633 w 116871"/>
                <a:gd name="csY9" fmla="*/ 77819 h 120967"/>
                <a:gd name="csX10" fmla="*/ 109633 w 116871"/>
                <a:gd name="csY10" fmla="*/ 120967 h 120967"/>
                <a:gd name="csX11" fmla="*/ 7049 w 116871"/>
                <a:gd name="csY11" fmla="*/ 120967 h 120967"/>
                <a:gd name="csX12" fmla="*/ 7049 w 116871"/>
                <a:gd name="csY12" fmla="*/ 77438 h 120967"/>
                <a:gd name="csX13" fmla="*/ 26765 w 116871"/>
                <a:gd name="csY13" fmla="*/ 77438 h 120967"/>
                <a:gd name="csX14" fmla="*/ 26765 w 116871"/>
                <a:gd name="csY14" fmla="*/ 85344 h 120967"/>
                <a:gd name="csX15" fmla="*/ 90107 w 116871"/>
                <a:gd name="csY15" fmla="*/ 85344 h 120967"/>
                <a:gd name="csX16" fmla="*/ 90107 w 116871"/>
                <a:gd name="csY16" fmla="*/ 77724 h 120967"/>
                <a:gd name="csX17" fmla="*/ 109633 w 116871"/>
                <a:gd name="csY17" fmla="*/ 77724 h 120967"/>
                <a:gd name="csX18" fmla="*/ 7239 w 116871"/>
                <a:gd name="csY18" fmla="*/ 13240 h 120967"/>
                <a:gd name="csX19" fmla="*/ 7239 w 116871"/>
                <a:gd name="csY19" fmla="*/ 0 h 120967"/>
                <a:gd name="csX20" fmla="*/ 109347 w 116871"/>
                <a:gd name="csY20" fmla="*/ 0 h 120967"/>
                <a:gd name="csX21" fmla="*/ 109347 w 116871"/>
                <a:gd name="csY21" fmla="*/ 31242 h 120967"/>
                <a:gd name="csX22" fmla="*/ 27146 w 116871"/>
                <a:gd name="csY22" fmla="*/ 31242 h 120967"/>
                <a:gd name="csX23" fmla="*/ 27146 w 116871"/>
                <a:gd name="csY23" fmla="*/ 37624 h 120967"/>
                <a:gd name="csX24" fmla="*/ 110681 w 116871"/>
                <a:gd name="csY24" fmla="*/ 37624 h 120967"/>
                <a:gd name="csX25" fmla="*/ 110681 w 116871"/>
                <a:gd name="csY25" fmla="*/ 50768 h 120967"/>
                <a:gd name="csX26" fmla="*/ 7620 w 116871"/>
                <a:gd name="csY26" fmla="*/ 50768 h 120967"/>
                <a:gd name="csX27" fmla="*/ 7620 w 116871"/>
                <a:gd name="csY27" fmla="*/ 19526 h 120967"/>
                <a:gd name="csX28" fmla="*/ 89726 w 116871"/>
                <a:gd name="csY28" fmla="*/ 19526 h 120967"/>
                <a:gd name="csX29" fmla="*/ 89726 w 116871"/>
                <a:gd name="csY29" fmla="*/ 13145 h 120967"/>
                <a:gd name="csX30" fmla="*/ 7334 w 116871"/>
                <a:gd name="csY30" fmla="*/ 13145 h 120967"/>
                <a:gd name="csX31" fmla="*/ 90107 w 116871"/>
                <a:gd name="csY31" fmla="*/ 99060 h 120967"/>
                <a:gd name="csX32" fmla="*/ 26765 w 116871"/>
                <a:gd name="csY32" fmla="*/ 99060 h 120967"/>
                <a:gd name="csX33" fmla="*/ 26765 w 116871"/>
                <a:gd name="csY33" fmla="*/ 106490 h 120967"/>
                <a:gd name="csX34" fmla="*/ 90107 w 116871"/>
                <a:gd name="csY34" fmla="*/ 106490 h 120967"/>
                <a:gd name="csX35" fmla="*/ 90107 w 116871"/>
                <a:gd name="csY35" fmla="*/ 99060 h 1209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16871" h="120967">
                  <a:moveTo>
                    <a:pt x="116777" y="72104"/>
                  </a:moveTo>
                  <a:lnTo>
                    <a:pt x="68390" y="72104"/>
                  </a:lnTo>
                  <a:lnTo>
                    <a:pt x="68390" y="80486"/>
                  </a:lnTo>
                  <a:lnTo>
                    <a:pt x="48387" y="80486"/>
                  </a:lnTo>
                  <a:lnTo>
                    <a:pt x="48387" y="72104"/>
                  </a:lnTo>
                  <a:lnTo>
                    <a:pt x="0" y="72104"/>
                  </a:lnTo>
                  <a:lnTo>
                    <a:pt x="0" y="56674"/>
                  </a:lnTo>
                  <a:lnTo>
                    <a:pt x="116872" y="56674"/>
                  </a:lnTo>
                  <a:lnTo>
                    <a:pt x="116872" y="72104"/>
                  </a:lnTo>
                  <a:close/>
                  <a:moveTo>
                    <a:pt x="109633" y="77819"/>
                  </a:moveTo>
                  <a:lnTo>
                    <a:pt x="109633" y="120967"/>
                  </a:lnTo>
                  <a:lnTo>
                    <a:pt x="7049" y="120967"/>
                  </a:lnTo>
                  <a:lnTo>
                    <a:pt x="7049" y="77438"/>
                  </a:lnTo>
                  <a:lnTo>
                    <a:pt x="26765" y="77438"/>
                  </a:lnTo>
                  <a:lnTo>
                    <a:pt x="26765" y="85344"/>
                  </a:lnTo>
                  <a:lnTo>
                    <a:pt x="90107" y="85344"/>
                  </a:lnTo>
                  <a:lnTo>
                    <a:pt x="90107" y="77724"/>
                  </a:lnTo>
                  <a:lnTo>
                    <a:pt x="109633" y="77724"/>
                  </a:lnTo>
                  <a:close/>
                  <a:moveTo>
                    <a:pt x="7239" y="13240"/>
                  </a:moveTo>
                  <a:lnTo>
                    <a:pt x="7239" y="0"/>
                  </a:lnTo>
                  <a:lnTo>
                    <a:pt x="109347" y="0"/>
                  </a:lnTo>
                  <a:lnTo>
                    <a:pt x="109347" y="31242"/>
                  </a:lnTo>
                  <a:lnTo>
                    <a:pt x="27146" y="31242"/>
                  </a:lnTo>
                  <a:lnTo>
                    <a:pt x="27146" y="37624"/>
                  </a:lnTo>
                  <a:lnTo>
                    <a:pt x="110681" y="37624"/>
                  </a:lnTo>
                  <a:lnTo>
                    <a:pt x="110681" y="50768"/>
                  </a:lnTo>
                  <a:lnTo>
                    <a:pt x="7620" y="50768"/>
                  </a:lnTo>
                  <a:lnTo>
                    <a:pt x="7620" y="19526"/>
                  </a:lnTo>
                  <a:lnTo>
                    <a:pt x="89726" y="19526"/>
                  </a:lnTo>
                  <a:lnTo>
                    <a:pt x="89726" y="13145"/>
                  </a:lnTo>
                  <a:lnTo>
                    <a:pt x="7334" y="13145"/>
                  </a:lnTo>
                  <a:close/>
                  <a:moveTo>
                    <a:pt x="90107" y="99060"/>
                  </a:moveTo>
                  <a:lnTo>
                    <a:pt x="26765" y="99060"/>
                  </a:lnTo>
                  <a:lnTo>
                    <a:pt x="26765" y="106490"/>
                  </a:lnTo>
                  <a:lnTo>
                    <a:pt x="90107" y="106490"/>
                  </a:lnTo>
                  <a:lnTo>
                    <a:pt x="90107" y="990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59415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안서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0290C7C-15CB-5E9B-041A-52E51D451B29}"/>
              </a:ext>
            </a:extLst>
          </p:cNvPr>
          <p:cNvSpPr/>
          <p:nvPr userDrawn="1"/>
        </p:nvSpPr>
        <p:spPr>
          <a:xfrm>
            <a:off x="2" y="0"/>
            <a:ext cx="381037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463"/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9260F8E9-2560-D538-790C-9E63A3E72AF2}"/>
              </a:ext>
            </a:extLst>
          </p:cNvPr>
          <p:cNvSpPr txBox="1">
            <a:spLocks/>
          </p:cNvSpPr>
          <p:nvPr userDrawn="1"/>
        </p:nvSpPr>
        <p:spPr>
          <a:xfrm>
            <a:off x="943119" y="1639602"/>
            <a:ext cx="3746996" cy="78794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spc="-8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  <a:cs typeface="+mj-cs"/>
              </a:defRPr>
            </a:lvl1pPr>
          </a:lstStyle>
          <a:p>
            <a:r>
              <a:rPr lang="en-US" altLang="ko-KR" sz="4000" kern="1200" spc="-81" dirty="0">
                <a:solidFill>
                  <a:schemeClr val="bg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8242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안서 여백">
    <p:bg>
      <p:bgPr>
        <a:solidFill>
          <a:schemeClr val="accent1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5C1F0D-8B23-8F07-11FE-8F10B3F5A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247" y="2406528"/>
            <a:ext cx="8093503" cy="582857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1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33936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안서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45213" y="497179"/>
            <a:ext cx="8201721" cy="441699"/>
          </a:xfrm>
          <a:prstGeom prst="rect">
            <a:avLst/>
          </a:prstGeom>
        </p:spPr>
        <p:txBody>
          <a:bodyPr/>
          <a:lstStyle>
            <a:lvl1pPr algn="l" defTabSz="74295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sz="2000" spc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텍스트 개체 틀 9"/>
          <p:cNvSpPr>
            <a:spLocks noGrp="1"/>
          </p:cNvSpPr>
          <p:nvPr>
            <p:ph type="body" sz="quarter" idx="13" hasCustomPrompt="1"/>
          </p:nvPr>
        </p:nvSpPr>
        <p:spPr>
          <a:xfrm>
            <a:off x="930474" y="898313"/>
            <a:ext cx="8118276" cy="672129"/>
          </a:xfrm>
          <a:prstGeom prst="rect">
            <a:avLst/>
          </a:prstGeom>
        </p:spPr>
        <p:txBody>
          <a:bodyPr wrap="square" lIns="0" rIns="0">
            <a:noAutofit/>
          </a:bodyPr>
          <a:lstStyle>
            <a:lvl1pPr marL="0" indent="0" latinLnBrk="0">
              <a:lnSpc>
                <a:spcPct val="140000"/>
              </a:lnSpc>
              <a:spcBef>
                <a:spcPts val="488"/>
              </a:spcBef>
              <a:buNone/>
              <a:defRPr lang="ko-KR" altLang="en-US" sz="1200" kern="1200" spc="-65" baseline="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defRPr>
            </a:lvl1pPr>
            <a:lvl2pPr marL="371475" indent="0">
              <a:buNone/>
              <a:defRPr/>
            </a:lvl2pPr>
          </a:lstStyle>
          <a:p>
            <a:pPr marL="0" lvl="0" indent="0" algn="l" defTabSz="742950" rtl="0" eaLnBrk="1" latinLnBrk="0" hangingPunct="1">
              <a:lnSpc>
                <a:spcPct val="120000"/>
              </a:lnSpc>
              <a:spcBef>
                <a:spcPts val="813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텍스트 스타일 편집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DB00B55-ABBB-4065-92FC-0630E06D59C2}"/>
              </a:ext>
            </a:extLst>
          </p:cNvPr>
          <p:cNvCxnSpPr>
            <a:cxnSpLocks/>
          </p:cNvCxnSpPr>
          <p:nvPr userDrawn="1"/>
        </p:nvCxnSpPr>
        <p:spPr>
          <a:xfrm>
            <a:off x="930474" y="884977"/>
            <a:ext cx="8118276" cy="0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2295E8-4349-4FA7-B244-4B93382666B1}"/>
              </a:ext>
            </a:extLst>
          </p:cNvPr>
          <p:cNvSpPr/>
          <p:nvPr userDrawn="1"/>
        </p:nvSpPr>
        <p:spPr>
          <a:xfrm>
            <a:off x="915789" y="6405367"/>
            <a:ext cx="2401298" cy="18735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algn="l" eaLnBrk="0" latinLnBrk="0" hangingPunct="0">
              <a:lnSpc>
                <a:spcPct val="95000"/>
              </a:lnSpc>
              <a:defRPr/>
            </a:pPr>
            <a:r>
              <a:rPr lang="en-US" altLang="ko-KR" sz="650" dirty="0">
                <a:solidFill>
                  <a:schemeClr val="bg1">
                    <a:lumMod val="7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rPr>
              <a:t>Copyright © 2026 by CLiCK Consulting  ALL RIGHTS RESERVED.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8F6D483-FF01-4894-89A0-55C7A6C957A1}"/>
              </a:ext>
            </a:extLst>
          </p:cNvPr>
          <p:cNvSpPr/>
          <p:nvPr userDrawn="1"/>
        </p:nvSpPr>
        <p:spPr>
          <a:xfrm>
            <a:off x="8871589" y="6416147"/>
            <a:ext cx="118622" cy="211148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marL="0" algn="r" defTabSz="742950" rtl="0" eaLnBrk="0" latinLnBrk="0" hangingPunct="0">
              <a:lnSpc>
                <a:spcPct val="95000"/>
              </a:lnSpc>
              <a:defRPr/>
            </a:pPr>
            <a:fld id="{E3960A62-5D85-4F02-BC14-855BAFE7CD99}" type="slidenum">
              <a:rPr lang="ko-KR" altLang="en-US" sz="813" kern="1200" smtClean="0">
                <a:solidFill>
                  <a:schemeClr val="bg1">
                    <a:lumMod val="7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rPr>
              <a:pPr marL="0" algn="r" defTabSz="742950" rtl="0" eaLnBrk="0" latinLnBrk="0" hangingPunct="0">
                <a:lnSpc>
                  <a:spcPct val="95000"/>
                </a:lnSpc>
                <a:defRPr/>
              </a:pPr>
              <a:t>‹#›</a:t>
            </a:fld>
            <a:endParaRPr lang="ko-KR" altLang="en-US" sz="813" kern="1200" dirty="0">
              <a:solidFill>
                <a:schemeClr val="bg1">
                  <a:lumMod val="75000"/>
                </a:schemeClr>
              </a:solidFill>
              <a:latin typeface="Noto Sans CJK KR DemiLight" panose="020B0400000000000000" pitchFamily="34" charset="-127"/>
              <a:ea typeface="Noto Sans CJK KR DemiLight" panose="020B04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3253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17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안서 여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905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안서 참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0705" y="649288"/>
            <a:ext cx="8484592" cy="441699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l" defTabSz="74295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sz="1625" b="0" kern="1200" spc="-65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텍스트 개체 틀 9"/>
          <p:cNvSpPr>
            <a:spLocks noGrp="1"/>
          </p:cNvSpPr>
          <p:nvPr>
            <p:ph type="body" sz="quarter" idx="13"/>
          </p:nvPr>
        </p:nvSpPr>
        <p:spPr>
          <a:xfrm>
            <a:off x="710705" y="1052737"/>
            <a:ext cx="8463955" cy="672129"/>
          </a:xfrm>
          <a:prstGeom prst="rect">
            <a:avLst/>
          </a:prstGeom>
        </p:spPr>
        <p:txBody>
          <a:bodyPr wrap="square" lIns="0" rIns="0">
            <a:noAutofit/>
          </a:bodyPr>
          <a:lstStyle>
            <a:lvl1pPr marL="0" indent="0" latinLnBrk="0">
              <a:lnSpc>
                <a:spcPct val="114000"/>
              </a:lnSpc>
              <a:spcBef>
                <a:spcPts val="488"/>
              </a:spcBef>
              <a:buNone/>
              <a:defRPr lang="ko-KR" altLang="en-US" sz="1138" kern="1200" spc="-41" baseline="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defRPr>
            </a:lvl1pPr>
            <a:lvl2pPr marL="371475" indent="0">
              <a:buNone/>
              <a:defRPr/>
            </a:lvl2pPr>
          </a:lstStyle>
          <a:p>
            <a:pPr marL="0" lvl="0" indent="0" algn="l" defTabSz="742950" rtl="0" eaLnBrk="1" latinLnBrk="0" hangingPunct="1">
              <a:lnSpc>
                <a:spcPct val="120000"/>
              </a:lnSpc>
              <a:spcBef>
                <a:spcPts val="813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텍스트 스타일 편집</a:t>
            </a:r>
          </a:p>
        </p:txBody>
      </p:sp>
      <p:sp>
        <p:nvSpPr>
          <p:cNvPr id="8" name="자유형 8">
            <a:extLst>
              <a:ext uri="{FF2B5EF4-FFF2-40B4-BE49-F238E27FC236}">
                <a16:creationId xmlns:a16="http://schemas.microsoft.com/office/drawing/2014/main" id="{8A93CB3E-E7F7-4202-82CA-178E114DD1EA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custGeom>
            <a:avLst/>
            <a:gdLst>
              <a:gd name="connsiteX0" fmla="*/ 482862 w 12192000"/>
              <a:gd name="connsiteY0" fmla="*/ 266701 h 6858000"/>
              <a:gd name="connsiteX1" fmla="*/ 279400 w 12192000"/>
              <a:gd name="connsiteY1" fmla="*/ 470163 h 6858000"/>
              <a:gd name="connsiteX2" fmla="*/ 279400 w 12192000"/>
              <a:gd name="connsiteY2" fmla="*/ 6387839 h 6858000"/>
              <a:gd name="connsiteX3" fmla="*/ 482862 w 12192000"/>
              <a:gd name="connsiteY3" fmla="*/ 6591301 h 6858000"/>
              <a:gd name="connsiteX4" fmla="*/ 11709138 w 12192000"/>
              <a:gd name="connsiteY4" fmla="*/ 6591301 h 6858000"/>
              <a:gd name="connsiteX5" fmla="*/ 11912600 w 12192000"/>
              <a:gd name="connsiteY5" fmla="*/ 6387839 h 6858000"/>
              <a:gd name="connsiteX6" fmla="*/ 11912600 w 12192000"/>
              <a:gd name="connsiteY6" fmla="*/ 470163 h 6858000"/>
              <a:gd name="connsiteX7" fmla="*/ 11709138 w 12192000"/>
              <a:gd name="connsiteY7" fmla="*/ 2667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482862" y="266701"/>
                </a:moveTo>
                <a:cubicBezTo>
                  <a:pt x="370493" y="266701"/>
                  <a:pt x="279400" y="357794"/>
                  <a:pt x="279400" y="470163"/>
                </a:cubicBezTo>
                <a:lnTo>
                  <a:pt x="279400" y="6387839"/>
                </a:lnTo>
                <a:cubicBezTo>
                  <a:pt x="279400" y="6500208"/>
                  <a:pt x="370493" y="6591301"/>
                  <a:pt x="482862" y="6591301"/>
                </a:cubicBezTo>
                <a:lnTo>
                  <a:pt x="11709138" y="6591301"/>
                </a:lnTo>
                <a:cubicBezTo>
                  <a:pt x="11821507" y="6591301"/>
                  <a:pt x="11912600" y="6500208"/>
                  <a:pt x="11912600" y="6387839"/>
                </a:cubicBezTo>
                <a:lnTo>
                  <a:pt x="11912600" y="470163"/>
                </a:lnTo>
                <a:cubicBezTo>
                  <a:pt x="11912600" y="357794"/>
                  <a:pt x="11821507" y="266701"/>
                  <a:pt x="11709138" y="26670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</p:spTree>
    <p:extLst>
      <p:ext uri="{BB962C8B-B14F-4D97-AF65-F5344CB8AC3E}">
        <p14:creationId xmlns:p14="http://schemas.microsoft.com/office/powerpoint/2010/main" val="701926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323">
          <p15:clr>
            <a:srgbClr val="FBAE40"/>
          </p15:clr>
        </p15:guide>
        <p15:guide id="3" pos="7129">
          <p15:clr>
            <a:srgbClr val="FBAE40"/>
          </p15:clr>
        </p15:guide>
        <p15:guide id="4" orient="horz" pos="3884">
          <p15:clr>
            <a:srgbClr val="FBAE40"/>
          </p15:clr>
        </p15:guide>
        <p15:guide id="5" orient="horz" pos="1230">
          <p15:clr>
            <a:srgbClr val="FBAE40"/>
          </p15:clr>
        </p15:guide>
        <p15:guide id="6" orient="horz" pos="143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B41AC77-ADBD-F31F-8DFB-57725EE63E41}"/>
              </a:ext>
            </a:extLst>
          </p:cNvPr>
          <p:cNvSpPr/>
          <p:nvPr userDrawn="1"/>
        </p:nvSpPr>
        <p:spPr>
          <a:xfrm>
            <a:off x="10002164" y="0"/>
            <a:ext cx="294084" cy="361950"/>
          </a:xfrm>
          <a:prstGeom prst="rect">
            <a:avLst/>
          </a:prstGeom>
          <a:solidFill>
            <a:srgbClr val="1C9A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38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2C9587-DBE9-9C07-7184-CF1C2360E998}"/>
              </a:ext>
            </a:extLst>
          </p:cNvPr>
          <p:cNvSpPr/>
          <p:nvPr userDrawn="1"/>
        </p:nvSpPr>
        <p:spPr>
          <a:xfrm>
            <a:off x="10002164" y="485775"/>
            <a:ext cx="294084" cy="361950"/>
          </a:xfrm>
          <a:prstGeom prst="rect">
            <a:avLst/>
          </a:prstGeom>
          <a:solidFill>
            <a:srgbClr val="9395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38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F452D4-E414-9326-7DD2-052503AA28F4}"/>
              </a:ext>
            </a:extLst>
          </p:cNvPr>
          <p:cNvSpPr/>
          <p:nvPr userDrawn="1"/>
        </p:nvSpPr>
        <p:spPr>
          <a:xfrm>
            <a:off x="10002164" y="971550"/>
            <a:ext cx="294084" cy="361950"/>
          </a:xfrm>
          <a:prstGeom prst="rect">
            <a:avLst/>
          </a:prstGeom>
          <a:solidFill>
            <a:srgbClr val="7D7E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138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DE96C0C-4A35-E864-3283-9B84254B209C}"/>
              </a:ext>
            </a:extLst>
          </p:cNvPr>
          <p:cNvSpPr/>
          <p:nvPr userDrawn="1"/>
        </p:nvSpPr>
        <p:spPr>
          <a:xfrm>
            <a:off x="10002164" y="1457325"/>
            <a:ext cx="294084" cy="3619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138" dirty="0"/>
          </a:p>
        </p:txBody>
      </p:sp>
    </p:spTree>
    <p:extLst>
      <p:ext uri="{BB962C8B-B14F-4D97-AF65-F5344CB8AC3E}">
        <p14:creationId xmlns:p14="http://schemas.microsoft.com/office/powerpoint/2010/main" val="3288695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14" r:id="rId2"/>
    <p:sldLayoutId id="2147483712" r:id="rId3"/>
    <p:sldLayoutId id="2147483695" r:id="rId4"/>
    <p:sldLayoutId id="2147483711" r:id="rId5"/>
    <p:sldLayoutId id="2147483715" r:id="rId6"/>
  </p:sldLayoutIdLst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540" userDrawn="1">
          <p15:clr>
            <a:srgbClr val="F26B43"/>
          </p15:clr>
        </p15:guide>
        <p15:guide id="3" pos="5700" userDrawn="1">
          <p15:clr>
            <a:srgbClr val="F26B43"/>
          </p15:clr>
        </p15:guide>
        <p15:guide id="4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353A129-643C-4136-8F6D-748292A1FFC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57250" y="3142768"/>
            <a:ext cx="1662315" cy="286232"/>
          </a:xfrm>
        </p:spPr>
        <p:txBody>
          <a:bodyPr/>
          <a:lstStyle/>
          <a:p>
            <a:r>
              <a:rPr lang="en-US" altLang="ko-KR" dirty="0"/>
              <a:t>February 4</a:t>
            </a:r>
            <a:r>
              <a:rPr lang="en-US" altLang="ko-KR" baseline="30000" dirty="0"/>
              <a:t>th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2026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E65E15-7DD6-A083-2646-F97ADBB3BC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7250" y="2333716"/>
            <a:ext cx="8192169" cy="701718"/>
          </a:xfrm>
        </p:spPr>
        <p:txBody>
          <a:bodyPr/>
          <a:lstStyle/>
          <a:p>
            <a:r>
              <a:rPr lang="en-US" altLang="ko-KR" sz="4400" dirty="0" err="1"/>
              <a:t>class_name</a:t>
            </a:r>
            <a:r>
              <a:rPr lang="en-US" altLang="ko-KR" sz="4400"/>
              <a:t> </a:t>
            </a:r>
            <a:r>
              <a:rPr lang="ko-KR" altLang="en-US" sz="4400"/>
              <a:t>결과 </a:t>
            </a:r>
            <a:r>
              <a:rPr lang="ko-KR" altLang="en-US" sz="4400" dirty="0"/>
              <a:t>보고</a:t>
            </a:r>
          </a:p>
        </p:txBody>
      </p:sp>
    </p:spTree>
    <p:extLst>
      <p:ext uri="{BB962C8B-B14F-4D97-AF65-F5344CB8AC3E}">
        <p14:creationId xmlns:p14="http://schemas.microsoft.com/office/powerpoint/2010/main" val="373197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63F8D6B-BFFC-B85B-96F9-B6D84CFBCF4F}"/>
              </a:ext>
            </a:extLst>
          </p:cNvPr>
          <p:cNvSpPr/>
          <p:nvPr/>
        </p:nvSpPr>
        <p:spPr>
          <a:xfrm>
            <a:off x="4953000" y="1639725"/>
            <a:ext cx="4126005" cy="5198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200"/>
              </a:spcBef>
              <a:defRPr/>
            </a:pPr>
            <a:r>
              <a:rPr lang="ko-KR" altLang="en-US" sz="16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■</a:t>
            </a:r>
            <a:r>
              <a:rPr lang="en-US" altLang="ko-KR" sz="16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 Summary</a:t>
            </a:r>
          </a:p>
          <a:p>
            <a:pPr marL="269875" indent="-269875">
              <a:lnSpc>
                <a:spcPct val="200000"/>
              </a:lnSpc>
              <a:spcBef>
                <a:spcPts val="200"/>
              </a:spcBef>
              <a:buAutoNum type="arabicPeriod"/>
              <a:defRPr/>
            </a:pPr>
            <a:r>
              <a:rPr lang="ko-KR" altLang="en-US" sz="16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과정 개요</a:t>
            </a:r>
            <a:endParaRPr lang="en-US" altLang="ko-KR" sz="16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+mj-ea"/>
              <a:ea typeface="+mj-ea"/>
            </a:endParaRPr>
          </a:p>
          <a:p>
            <a:pPr marL="269875" indent="-269875">
              <a:lnSpc>
                <a:spcPct val="200000"/>
              </a:lnSpc>
              <a:spcBef>
                <a:spcPts val="200"/>
              </a:spcBef>
              <a:buFont typeface="+mj-lt"/>
              <a:buAutoNum type="arabicPeriod" startAt="2"/>
              <a:defRPr/>
            </a:pPr>
            <a:r>
              <a:rPr lang="ko-KR" altLang="en-US" sz="16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설문 결과</a:t>
            </a:r>
            <a:endParaRPr lang="en-US" altLang="ko-KR" sz="16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+mj-ea"/>
              <a:ea typeface="+mj-ea"/>
            </a:endParaRPr>
          </a:p>
          <a:p>
            <a:pPr marL="357188" indent="-176213">
              <a:lnSpc>
                <a:spcPct val="150000"/>
              </a:lnSpc>
              <a:spcBef>
                <a:spcPts val="200"/>
              </a:spcBef>
              <a:buFont typeface="기아 Medium" panose="020B0600000101010101" pitchFamily="50" charset="-127"/>
              <a:buChar char="‐"/>
              <a:defRPr/>
            </a:pPr>
            <a:r>
              <a:rPr lang="ko-KR" altLang="en-US" sz="14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정량 평가</a:t>
            </a:r>
            <a:endParaRPr lang="en-US" altLang="ko-KR" sz="14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marL="357188" indent="-176213">
              <a:lnSpc>
                <a:spcPct val="150000"/>
              </a:lnSpc>
              <a:spcBef>
                <a:spcPts val="200"/>
              </a:spcBef>
              <a:buFont typeface="기아 Medium" panose="020B0600000101010101" pitchFamily="50" charset="-127"/>
              <a:buChar char="‐"/>
              <a:defRPr/>
            </a:pPr>
            <a:r>
              <a:rPr lang="ko-KR" altLang="en-US" sz="14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정성 평가</a:t>
            </a:r>
            <a:endParaRPr lang="en-US" altLang="ko-KR" sz="14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marL="269875" indent="-269875">
              <a:lnSpc>
                <a:spcPct val="200000"/>
              </a:lnSpc>
              <a:spcBef>
                <a:spcPts val="200"/>
              </a:spcBef>
              <a:buFont typeface="+mj-lt"/>
              <a:buAutoNum type="arabicPeriod" startAt="3"/>
              <a:tabLst>
                <a:tab pos="269875" algn="l"/>
              </a:tabLst>
              <a:defRPr/>
            </a:pPr>
            <a:r>
              <a:rPr lang="ko-KR" altLang="en-US" sz="16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과정 </a:t>
            </a:r>
            <a:r>
              <a:rPr lang="en-US" altLang="ko-KR" sz="16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Review</a:t>
            </a:r>
            <a:r>
              <a:rPr lang="ko-KR" altLang="en-US" sz="16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 및 제언</a:t>
            </a:r>
            <a:endParaRPr lang="en-US" altLang="ko-KR" sz="16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+mj-ea"/>
              <a:ea typeface="+mj-ea"/>
            </a:endParaRPr>
          </a:p>
          <a:p>
            <a:pPr marL="269875" indent="-269875">
              <a:lnSpc>
                <a:spcPct val="200000"/>
              </a:lnSpc>
              <a:spcBef>
                <a:spcPts val="200"/>
              </a:spcBef>
              <a:buFont typeface="+mj-lt"/>
              <a:buAutoNum type="arabicPeriod" startAt="3"/>
              <a:defRPr/>
            </a:pPr>
            <a:r>
              <a:rPr lang="en-US" altLang="ko-KR" sz="16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Appendix</a:t>
            </a:r>
          </a:p>
          <a:p>
            <a:pPr marL="357188" indent="-176213">
              <a:lnSpc>
                <a:spcPct val="150000"/>
              </a:lnSpc>
              <a:spcBef>
                <a:spcPts val="200"/>
              </a:spcBef>
              <a:buFont typeface="기아 Medium" panose="020B0600000101010101" pitchFamily="50" charset="-127"/>
              <a:buChar char="‐"/>
              <a:defRPr/>
            </a:pPr>
            <a:r>
              <a:rPr lang="ko-KR" altLang="en-US" sz="14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교육 스케치</a:t>
            </a:r>
            <a:endParaRPr lang="en-US" altLang="ko-KR" sz="14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marL="357188" indent="-176213">
              <a:lnSpc>
                <a:spcPct val="150000"/>
              </a:lnSpc>
              <a:spcBef>
                <a:spcPts val="200"/>
              </a:spcBef>
              <a:buFont typeface="기아 Medium" panose="020B0600000101010101" pitchFamily="50" charset="-127"/>
              <a:buChar char="‐"/>
              <a:defRPr/>
            </a:pPr>
            <a:r>
              <a:rPr lang="ko-KR" altLang="en-US" sz="14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교육 참석자 명단</a:t>
            </a:r>
            <a:endParaRPr lang="en-US" altLang="ko-KR" sz="14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marL="357188" indent="-176213">
              <a:lnSpc>
                <a:spcPct val="150000"/>
              </a:lnSpc>
              <a:spcBef>
                <a:spcPts val="200"/>
              </a:spcBef>
              <a:buFont typeface="기아 Medium" panose="020B0600000101010101" pitchFamily="50" charset="-127"/>
              <a:buChar char="‐"/>
              <a:defRPr/>
            </a:pPr>
            <a:r>
              <a:rPr lang="ko-KR" altLang="en-US" sz="14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강사 프로필</a:t>
            </a:r>
            <a:endParaRPr lang="en-US" altLang="ko-KR" sz="14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marL="357188" indent="-176213">
              <a:lnSpc>
                <a:spcPct val="150000"/>
              </a:lnSpc>
              <a:spcBef>
                <a:spcPts val="200"/>
              </a:spcBef>
              <a:buFont typeface="기아 Medium" panose="020B0600000101010101" pitchFamily="50" charset="-127"/>
              <a:buChar char="‐"/>
              <a:defRPr/>
            </a:pPr>
            <a:r>
              <a:rPr lang="ko-KR" altLang="en-US" sz="14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설문 문항</a:t>
            </a:r>
            <a:endParaRPr lang="en-US" altLang="ko-KR" sz="14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>
              <a:lnSpc>
                <a:spcPct val="200000"/>
              </a:lnSpc>
              <a:spcBef>
                <a:spcPts val="200"/>
              </a:spcBef>
              <a:defRPr/>
            </a:pPr>
            <a:endParaRPr lang="en-US" altLang="ko-KR" sz="16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75778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789AE-B869-D5FC-B5FB-D6A214FBA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40827E5-C0E8-AE74-010A-F2B9B7B71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445726"/>
              </p:ext>
            </p:extLst>
          </p:nvPr>
        </p:nvGraphicFramePr>
        <p:xfrm>
          <a:off x="2091812" y="2804106"/>
          <a:ext cx="6775700" cy="1331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7810">
                  <a:extLst>
                    <a:ext uri="{9D8B030D-6E8A-4147-A177-3AD203B41FA5}">
                      <a16:colId xmlns:a16="http://schemas.microsoft.com/office/drawing/2014/main" val="2847619918"/>
                    </a:ext>
                  </a:extLst>
                </a:gridCol>
                <a:gridCol w="3947890">
                  <a:extLst>
                    <a:ext uri="{9D8B030D-6E8A-4147-A177-3AD203B41FA5}">
                      <a16:colId xmlns:a16="http://schemas.microsoft.com/office/drawing/2014/main" val="3086147995"/>
                    </a:ext>
                  </a:extLst>
                </a:gridCol>
              </a:tblGrid>
              <a:tr h="266387">
                <a:tc>
                  <a:txBody>
                    <a:bodyPr/>
                    <a:lstStyle/>
                    <a:p>
                      <a:pPr marL="0" algn="ctr" defTabSz="742950" rtl="0" eaLnBrk="1" latinLnBrk="1" hangingPunct="1"/>
                      <a:r>
                        <a:rPr lang="ko-KR" altLang="en-US" sz="1100" b="1" kern="120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정량 평가 </a:t>
                      </a:r>
                      <a:r>
                        <a:rPr lang="en-US" altLang="ko-KR" sz="1100" b="1" kern="120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만족도 평균</a:t>
                      </a:r>
                      <a:r>
                        <a:rPr lang="en-US" altLang="ko-KR" sz="1100" b="1" kern="120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dirty="0">
                        <a:solidFill>
                          <a:srgbClr val="40404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latinLnBrk="1" hangingPunct="1"/>
                      <a:r>
                        <a:rPr lang="ko-KR" altLang="en-US" sz="1100" b="1" kern="120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정성 평가 </a:t>
                      </a:r>
                      <a:r>
                        <a:rPr lang="en-US" altLang="ko-KR" sz="1100" b="1" kern="120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주관식 설문</a:t>
                      </a:r>
                      <a:r>
                        <a:rPr lang="en-US" altLang="ko-KR" sz="1100" b="1" kern="120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dirty="0">
                        <a:solidFill>
                          <a:srgbClr val="40404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920268"/>
                  </a:ext>
                </a:extLst>
              </a:tr>
              <a:tr h="1065548">
                <a:tc>
                  <a:txBody>
                    <a:bodyPr/>
                    <a:lstStyle/>
                    <a:p>
                      <a:pPr marL="0" algn="ctr" defTabSz="742950" rtl="0" eaLnBrk="1" latinLnBrk="1" hangingPunct="1"/>
                      <a:endParaRPr lang="ko-KR" altLang="en-US" sz="1000" b="0" kern="1200" dirty="0">
                        <a:solidFill>
                          <a:srgbClr val="40404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latinLnBrk="1" hangingPunct="1"/>
                      <a:endParaRPr lang="ko-KR" altLang="en-US" sz="1000" b="0" kern="1200" dirty="0">
                        <a:solidFill>
                          <a:srgbClr val="40404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435849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CEA8833A-8FCC-DE73-CF1A-5FA8308B8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5BD987-73BD-9DFA-0054-52E87329F3AE}"/>
              </a:ext>
            </a:extLst>
          </p:cNvPr>
          <p:cNvSpPr/>
          <p:nvPr/>
        </p:nvSpPr>
        <p:spPr>
          <a:xfrm>
            <a:off x="857250" y="1252138"/>
            <a:ext cx="1051063" cy="14593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lang="ko-KR" altLang="en-US" sz="12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운영 개요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E1D483-ABE8-D97C-2FAB-60509EB77C2D}"/>
              </a:ext>
            </a:extLst>
          </p:cNvPr>
          <p:cNvSpPr txBox="1"/>
          <p:nvPr/>
        </p:nvSpPr>
        <p:spPr>
          <a:xfrm>
            <a:off x="1947788" y="1275612"/>
            <a:ext cx="6626260" cy="143699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88900" indent="-88900" latinLnBrk="0">
              <a:lnSpc>
                <a:spcPts val="16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ko-KR" altLang="en-US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교육 목적 </a:t>
            </a: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: </a:t>
            </a: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① </a:t>
            </a: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//</a:t>
            </a:r>
            <a:b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                      </a:t>
            </a:r>
            <a:r>
              <a:rPr lang="ko-KR" altLang="en-US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② </a:t>
            </a: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//</a:t>
            </a:r>
            <a:b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                      </a:t>
            </a:r>
            <a:r>
              <a:rPr lang="ko-KR" altLang="en-US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③ </a:t>
            </a: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//</a:t>
            </a:r>
          </a:p>
          <a:p>
            <a:pPr marL="88900" indent="-88900" latinLnBrk="0">
              <a:lnSpc>
                <a:spcPts val="16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ko-KR" altLang="en-US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주요내용 </a:t>
            </a: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: </a:t>
            </a: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① </a:t>
            </a: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//</a:t>
            </a:r>
            <a:b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                     </a:t>
            </a:r>
            <a:r>
              <a:rPr lang="ko-KR" altLang="en-US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② </a:t>
            </a: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//</a:t>
            </a:r>
            <a:endParaRPr lang="ko-KR" altLang="en-US" sz="1100" spc="-80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 latinLnBrk="0">
              <a:lnSpc>
                <a:spcPts val="16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ko-KR" altLang="en-US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참석 현황 </a:t>
            </a: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전체 대상 </a:t>
            </a: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00</a:t>
            </a:r>
            <a:r>
              <a:rPr lang="ko-KR" altLang="en-US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명 中</a:t>
            </a: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100" u="sng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참석 </a:t>
            </a:r>
            <a:r>
              <a:rPr lang="en-US" altLang="ko-KR" sz="1100" u="sng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00</a:t>
            </a:r>
            <a:r>
              <a:rPr lang="ko-KR" altLang="en-US" sz="1100" u="sng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명 </a:t>
            </a:r>
            <a:r>
              <a:rPr lang="en-US" altLang="ko-KR" sz="1100" u="sng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 </a:t>
            </a:r>
            <a:r>
              <a:rPr lang="ko-KR" altLang="en-US" sz="1100" u="sng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불참 </a:t>
            </a:r>
            <a:r>
              <a:rPr lang="en-US" altLang="ko-KR" sz="1100" u="sng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0</a:t>
            </a:r>
            <a:r>
              <a:rPr lang="ko-KR" altLang="en-US" sz="1100" u="sng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명 </a:t>
            </a:r>
            <a:r>
              <a:rPr lang="en-US" altLang="ko-KR" sz="1100" u="sng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100" u="sng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참석률 </a:t>
            </a:r>
            <a:r>
              <a:rPr lang="en-US" altLang="ko-KR" sz="1100" u="sng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100%)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32C8857-A578-789F-941C-218E28F5E2BE}"/>
              </a:ext>
            </a:extLst>
          </p:cNvPr>
          <p:cNvSpPr/>
          <p:nvPr/>
        </p:nvSpPr>
        <p:spPr>
          <a:xfrm>
            <a:off x="857250" y="2799280"/>
            <a:ext cx="1051063" cy="13319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lang="ko-KR" altLang="en-US" sz="12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설문 결과</a:t>
            </a:r>
            <a:endParaRPr lang="en-US" altLang="ko-KR" sz="12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+mj-ea"/>
              <a:ea typeface="+mj-ea"/>
            </a:endParaRPr>
          </a:p>
        </p:txBody>
      </p:sp>
      <p:graphicFrame>
        <p:nvGraphicFramePr>
          <p:cNvPr id="27" name="차트 0">
            <a:extLst>
              <a:ext uri="{FF2B5EF4-FFF2-40B4-BE49-F238E27FC236}">
                <a16:creationId xmlns:a16="http://schemas.microsoft.com/office/drawing/2014/main" id="{A439AB49-AF63-09AC-0725-330BCB35A1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6917273"/>
              </p:ext>
            </p:extLst>
          </p:nvPr>
        </p:nvGraphicFramePr>
        <p:xfrm>
          <a:off x="2137521" y="2945934"/>
          <a:ext cx="2808552" cy="108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42D396C1-889F-7B4F-F45F-4A08F3850FF5}"/>
              </a:ext>
            </a:extLst>
          </p:cNvPr>
          <p:cNvSpPr/>
          <p:nvPr/>
        </p:nvSpPr>
        <p:spPr>
          <a:xfrm>
            <a:off x="857250" y="4219046"/>
            <a:ext cx="1051063" cy="2089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spcBef>
                <a:spcPts val="200"/>
              </a:spcBef>
            </a:pPr>
            <a:r>
              <a:rPr lang="ko-KR" altLang="en-US" sz="12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과정 </a:t>
            </a:r>
            <a:r>
              <a:rPr lang="en-US" altLang="ko-KR" sz="12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Review</a:t>
            </a:r>
          </a:p>
          <a:p>
            <a:pPr algn="ctr">
              <a:spcBef>
                <a:spcPts val="200"/>
              </a:spcBef>
            </a:pPr>
            <a:r>
              <a:rPr lang="ko-KR" altLang="en-US" sz="12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및 제언</a:t>
            </a:r>
            <a:endParaRPr lang="en-US" altLang="ko-KR" sz="12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69ECAE-A8F2-78CE-7DAD-93515C50B56E}"/>
              </a:ext>
            </a:extLst>
          </p:cNvPr>
          <p:cNvSpPr txBox="1"/>
          <p:nvPr/>
        </p:nvSpPr>
        <p:spPr>
          <a:xfrm>
            <a:off x="5074116" y="3054911"/>
            <a:ext cx="3793396" cy="1081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/// </a:t>
            </a:r>
            <a:r>
              <a:rPr lang="en-US" altLang="ko-KR" sz="1100" u="sng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////</a:t>
            </a:r>
          </a:p>
          <a:p>
            <a:pPr marL="171450" indent="-1714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 marL="171450" indent="-1714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 marL="171450" indent="-1714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1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endParaRPr lang="ko-KR" altLang="en-US" sz="1100" spc="-80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F1C1CBA-6949-CD26-A8A6-F088A58E0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490764"/>
              </p:ext>
            </p:extLst>
          </p:nvPr>
        </p:nvGraphicFramePr>
        <p:xfrm>
          <a:off x="2091812" y="4228828"/>
          <a:ext cx="6775700" cy="2079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921">
                  <a:extLst>
                    <a:ext uri="{9D8B030D-6E8A-4147-A177-3AD203B41FA5}">
                      <a16:colId xmlns:a16="http://schemas.microsoft.com/office/drawing/2014/main" val="2501528409"/>
                    </a:ext>
                  </a:extLst>
                </a:gridCol>
                <a:gridCol w="5789779">
                  <a:extLst>
                    <a:ext uri="{9D8B030D-6E8A-4147-A177-3AD203B41FA5}">
                      <a16:colId xmlns:a16="http://schemas.microsoft.com/office/drawing/2014/main" val="613290349"/>
                    </a:ext>
                  </a:extLst>
                </a:gridCol>
              </a:tblGrid>
              <a:tr h="263832">
                <a:tc>
                  <a:txBody>
                    <a:bodyPr/>
                    <a:lstStyle/>
                    <a:p>
                      <a:pPr marL="0" algn="ctr" defTabSz="742950" rtl="0" eaLnBrk="1" latinLnBrk="1" hangingPunct="1"/>
                      <a:r>
                        <a:rPr lang="ko-KR" altLang="en-US" sz="1100" b="1" kern="120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  <a:endParaRPr lang="ko-KR" altLang="en-US" sz="1100" b="1" kern="1200" dirty="0">
                        <a:solidFill>
                          <a:srgbClr val="70707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주요내용</a:t>
                      </a:r>
                      <a:endParaRPr lang="ko-KR" altLang="en-US" sz="1100" dirty="0">
                        <a:solidFill>
                          <a:srgbClr val="70707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951540"/>
                  </a:ext>
                </a:extLst>
              </a:tr>
              <a:tr h="623368">
                <a:tc>
                  <a:txBody>
                    <a:bodyPr/>
                    <a:lstStyle/>
                    <a:p>
                      <a:pPr marL="0" indent="0" algn="ctr" defTabSz="742950" rtl="0" eaLnBrk="1" latinLnBrk="1" hangingPunct="1">
                        <a:buNone/>
                      </a:pPr>
                      <a:r>
                        <a:rPr lang="ko-KR" altLang="en-US" sz="11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n-ea"/>
                          <a:cs typeface="+mn-cs"/>
                        </a:rPr>
                        <a:t>교육성과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spc="-8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ㅁㅁㅁ</a:t>
                      </a:r>
                      <a:endParaRPr lang="en-US" altLang="ko-KR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180975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kern="1200" spc="-8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ㅇㅇㅇ</a:t>
                      </a:r>
                      <a:endParaRPr lang="en-US" altLang="ko-KR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0975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kern="1200" spc="-8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ㅇㅇㅇ</a:t>
                      </a:r>
                      <a:endParaRPr lang="en-US" altLang="ko-KR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679051"/>
                  </a:ext>
                </a:extLst>
              </a:tr>
              <a:tr h="680193">
                <a:tc>
                  <a:txBody>
                    <a:bodyPr/>
                    <a:lstStyle/>
                    <a:p>
                      <a:pPr marL="0" indent="0" algn="ctr" defTabSz="742950" rtl="0" eaLnBrk="1" latinLnBrk="1" hangingPunct="1">
                        <a:buNone/>
                      </a:pPr>
                      <a:r>
                        <a:rPr lang="ko-KR" altLang="en-US" sz="11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n-ea"/>
                          <a:cs typeface="+mn-cs"/>
                        </a:rPr>
                        <a:t>설계</a:t>
                      </a:r>
                      <a:r>
                        <a:rPr lang="en-US" altLang="ko-KR" sz="11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n-ea"/>
                          <a:cs typeface="+mn-cs"/>
                        </a:rPr>
                        <a:t>및 운영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/>
                          <a:ea typeface="Noto Sans CJK KR Bold"/>
                          <a:cs typeface="+mn-cs"/>
                        </a:rPr>
                        <a:t>ㅁㅁㅁ</a:t>
                      </a:r>
                      <a:endParaRPr kumimoji="0" lang="en-US" altLang="ko-KR" sz="1000" b="0" i="0" u="none" strike="noStrike" kern="1200" cap="none" spc="-80" normalizeH="0" baseline="0" noProof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Bold"/>
                        <a:ea typeface="Noto Sans CJK KR Bold"/>
                        <a:cs typeface="+mn-cs"/>
                      </a:endParaRPr>
                    </a:p>
                    <a:p>
                      <a:pPr marL="180975" marR="0" lvl="0" indent="-952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/>
                          <a:ea typeface="Noto Sans CJK KR DemiLight"/>
                          <a:cs typeface="+mn-cs"/>
                        </a:rPr>
                        <a:t>ㅇㅇㅇ</a:t>
                      </a:r>
                      <a:endParaRPr kumimoji="0" lang="en-US" altLang="ko-KR" sz="1000" b="0" i="0" u="none" strike="noStrike" kern="1200" cap="none" spc="-80" normalizeH="0" baseline="0" noProof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  <a:p>
                      <a:pPr marL="180975" marR="0" lvl="0" indent="-952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/>
                          <a:ea typeface="Noto Sans CJK KR DemiLight"/>
                          <a:cs typeface="+mn-cs"/>
                        </a:rPr>
                        <a:t>ㅇㅇㅇ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888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742950" rtl="0" eaLnBrk="1" latinLnBrk="1" hangingPunct="1">
                        <a:buNone/>
                      </a:pP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n-ea"/>
                          <a:cs typeface="+mn-cs"/>
                        </a:rPr>
                        <a:t>//</a:t>
                      </a:r>
                      <a:endParaRPr lang="ko-KR" altLang="en-US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/>
                          <a:ea typeface="Noto Sans CJK KR Bold"/>
                          <a:cs typeface="+mn-cs"/>
                        </a:rPr>
                        <a:t>ㅁㅁㅁ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Bold"/>
                        <a:ea typeface="Noto Sans CJK KR Bold"/>
                        <a:cs typeface="+mn-cs"/>
                      </a:endParaRPr>
                    </a:p>
                    <a:p>
                      <a:pPr marL="180975" marR="0" lvl="0" indent="-952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/>
                          <a:ea typeface="Noto Sans CJK KR DemiLight"/>
                          <a:cs typeface="+mn-cs"/>
                        </a:rPr>
                        <a:t>ㅇㅇㅇ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486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558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6C8A3-A261-530D-55EE-C5701E69A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과정</a:t>
            </a:r>
            <a:r>
              <a:rPr lang="en-US" altLang="ko-KR" dirty="0"/>
              <a:t> </a:t>
            </a:r>
            <a:r>
              <a:rPr lang="ko-KR" altLang="en-US" dirty="0"/>
              <a:t>개요</a:t>
            </a:r>
          </a:p>
        </p:txBody>
      </p:sp>
      <p:sp>
        <p:nvSpPr>
          <p:cNvPr id="3" name="텍스트 개체 틀 13">
            <a:extLst>
              <a:ext uri="{FF2B5EF4-FFF2-40B4-BE49-F238E27FC236}">
                <a16:creationId xmlns:a16="http://schemas.microsoft.com/office/drawing/2014/main" id="{62C8E1B8-2727-2D0F-E238-F6CC7449156E}"/>
              </a:ext>
            </a:extLst>
          </p:cNvPr>
          <p:cNvSpPr txBox="1">
            <a:spLocks/>
          </p:cNvSpPr>
          <p:nvPr/>
        </p:nvSpPr>
        <p:spPr>
          <a:xfrm>
            <a:off x="1025304" y="3181376"/>
            <a:ext cx="8065914" cy="369320"/>
          </a:xfrm>
          <a:prstGeom prst="rect">
            <a:avLst/>
          </a:prstGeom>
        </p:spPr>
        <p:txBody>
          <a:bodyPr anchor="t"/>
          <a:lstStyle>
            <a:lvl1pPr marL="185738" indent="-185738" algn="l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1pPr>
            <a:lvl2pPr marL="5572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9286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13001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16716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0431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indent="-266700" defTabSz="914400">
              <a:lnSpc>
                <a:spcPct val="150000"/>
              </a:lnSpc>
              <a:spcBef>
                <a:spcPts val="200"/>
              </a:spcBef>
              <a:buFont typeface="기아 Medium" panose="020B0600000101010101" pitchFamily="50" charset="-127"/>
              <a:buChar char="‐"/>
              <a:defRPr/>
            </a:pPr>
            <a:r>
              <a:rPr lang="ko-KR" altLang="en-US" sz="2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개요 및 프로그램</a:t>
            </a:r>
          </a:p>
        </p:txBody>
      </p:sp>
    </p:spTree>
    <p:extLst>
      <p:ext uri="{BB962C8B-B14F-4D97-AF65-F5344CB8AC3E}">
        <p14:creationId xmlns:p14="http://schemas.microsoft.com/office/powerpoint/2010/main" val="182089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69157-F62D-71C7-C2FC-B8A0C753B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7AEC3-C6A2-6A2A-8D49-077C41D59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과정 개요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1735B6-9DE8-420E-715F-21072D3CBA24}"/>
              </a:ext>
            </a:extLst>
          </p:cNvPr>
          <p:cNvGrpSpPr/>
          <p:nvPr/>
        </p:nvGrpSpPr>
        <p:grpSpPr>
          <a:xfrm>
            <a:off x="845213" y="1486097"/>
            <a:ext cx="4011267" cy="307777"/>
            <a:chOff x="1055689" y="2052140"/>
            <a:chExt cx="4814169" cy="307777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3E99C42-7E28-C61D-D9D7-AD0AEBCDE28C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84" y="2340077"/>
              <a:ext cx="480797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37609C2-2617-D436-417A-3EA0C1DF708C}"/>
                </a:ext>
              </a:extLst>
            </p:cNvPr>
            <p:cNvSpPr txBox="1"/>
            <p:nvPr/>
          </p:nvSpPr>
          <p:spPr>
            <a:xfrm>
              <a:off x="1055689" y="2052140"/>
              <a:ext cx="47995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개요</a:t>
              </a:r>
              <a:endParaRPr lang="ko-KR" altLang="en-US" sz="1400" dirty="0">
                <a:solidFill>
                  <a:srgbClr val="555555"/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4307C8A-E918-2A9F-C1AA-C2C1734BF23D}"/>
              </a:ext>
            </a:extLst>
          </p:cNvPr>
          <p:cNvGrpSpPr/>
          <p:nvPr/>
        </p:nvGrpSpPr>
        <p:grpSpPr>
          <a:xfrm>
            <a:off x="5049522" y="1486097"/>
            <a:ext cx="4023481" cy="307777"/>
            <a:chOff x="1055689" y="2052140"/>
            <a:chExt cx="4814169" cy="307777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D2FDB152-BD9C-57E2-48D1-A14B6EC199FE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84" y="2340077"/>
              <a:ext cx="480797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C5399C-911B-27AE-3016-C940D79D892D}"/>
                </a:ext>
              </a:extLst>
            </p:cNvPr>
            <p:cNvSpPr txBox="1"/>
            <p:nvPr/>
          </p:nvSpPr>
          <p:spPr>
            <a:xfrm>
              <a:off x="1055689" y="2052140"/>
              <a:ext cx="47995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프로그램</a:t>
              </a: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9620035-5DFB-53BF-7C55-416CFA8B1656}"/>
              </a:ext>
            </a:extLst>
          </p:cNvPr>
          <p:cNvSpPr/>
          <p:nvPr/>
        </p:nvSpPr>
        <p:spPr>
          <a:xfrm>
            <a:off x="930474" y="1999320"/>
            <a:ext cx="970063" cy="629172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i="0" u="none" strike="noStrike" kern="0" cap="none" spc="-60" normalizeH="0" baseline="0" noProof="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rgbClr val="40404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목적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F793E2-F5F7-0F54-2419-E2F327B8084C}"/>
              </a:ext>
            </a:extLst>
          </p:cNvPr>
          <p:cNvSpPr txBox="1"/>
          <p:nvPr/>
        </p:nvSpPr>
        <p:spPr>
          <a:xfrm>
            <a:off x="1981200" y="1925690"/>
            <a:ext cx="2802467" cy="776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indent="-88900" latinLnBrk="0">
              <a:lnSpc>
                <a:spcPts val="17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ko-KR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///</a:t>
            </a:r>
          </a:p>
          <a:p>
            <a:pPr marL="88900" indent="-88900" latinLnBrk="0">
              <a:lnSpc>
                <a:spcPts val="17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ko-KR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///</a:t>
            </a:r>
          </a:p>
          <a:p>
            <a:pPr marL="88900" indent="-88900" latinLnBrk="0">
              <a:lnSpc>
                <a:spcPts val="17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ko-KR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///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54F967-50E5-84D3-C212-DC384AF425CE}"/>
              </a:ext>
            </a:extLst>
          </p:cNvPr>
          <p:cNvSpPr/>
          <p:nvPr/>
        </p:nvSpPr>
        <p:spPr>
          <a:xfrm>
            <a:off x="930474" y="2894395"/>
            <a:ext cx="970063" cy="720080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i="0" u="none" strike="noStrike" kern="0" cap="none" spc="-60" normalizeH="0" baseline="0" noProof="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rgbClr val="40404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일정 </a:t>
            </a:r>
            <a:r>
              <a:rPr kumimoji="0" lang="en-US" altLang="ko-KR" sz="1050" i="0" u="none" strike="noStrike" kern="0" cap="none" spc="-60" normalizeH="0" baseline="0" noProof="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rgbClr val="40404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/ </a:t>
            </a:r>
            <a:r>
              <a:rPr kumimoji="0" lang="ko-KR" altLang="en-US" sz="1050" i="0" u="none" strike="noStrike" kern="0" cap="none" spc="-60" normalizeH="0" baseline="0" noProof="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rgbClr val="40404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장소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EEFD5D-ACA8-CC8B-CA61-81ECC035CFF8}"/>
              </a:ext>
            </a:extLst>
          </p:cNvPr>
          <p:cNvSpPr txBox="1"/>
          <p:nvPr/>
        </p:nvSpPr>
        <p:spPr>
          <a:xfrm>
            <a:off x="1981200" y="2865386"/>
            <a:ext cx="2723542" cy="778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indent="-88900" latinLnBrk="0">
              <a:lnSpc>
                <a:spcPts val="17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일시 </a:t>
            </a:r>
            <a:r>
              <a:rPr lang="en-US" altLang="ko-KR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26</a:t>
            </a:r>
            <a:r>
              <a:rPr lang="ko-KR" altLang="en-US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 </a:t>
            </a:r>
            <a:r>
              <a:rPr lang="en-US" altLang="ko-KR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00</a:t>
            </a:r>
            <a:r>
              <a:rPr lang="ko-KR" altLang="en-US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월 </a:t>
            </a:r>
            <a:r>
              <a:rPr lang="en-US" altLang="ko-KR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00</a:t>
            </a:r>
            <a:r>
              <a:rPr lang="ko-KR" altLang="en-US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 수요일</a:t>
            </a:r>
            <a:endParaRPr lang="en-US" altLang="ko-KR" sz="1000" spc="-80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 latinLnBrk="0">
              <a:lnSpc>
                <a:spcPts val="17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기간 </a:t>
            </a:r>
            <a:r>
              <a:rPr lang="en-US" altLang="ko-KR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1</a:t>
            </a:r>
            <a:r>
              <a:rPr lang="ko-KR" altLang="en-US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 </a:t>
            </a:r>
            <a:r>
              <a:rPr lang="en-US" altLang="ko-KR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(7H)</a:t>
            </a:r>
          </a:p>
          <a:p>
            <a:pPr marL="88900" indent="-88900" latinLnBrk="0">
              <a:lnSpc>
                <a:spcPts val="17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장소 </a:t>
            </a:r>
            <a:r>
              <a:rPr lang="en-US" altLang="ko-KR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///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45D8C9F-8A63-7230-81DF-8EF4A114AF42}"/>
              </a:ext>
            </a:extLst>
          </p:cNvPr>
          <p:cNvSpPr/>
          <p:nvPr/>
        </p:nvSpPr>
        <p:spPr>
          <a:xfrm>
            <a:off x="930474" y="4866362"/>
            <a:ext cx="970063" cy="1425581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i="0" u="none" strike="noStrike" kern="0" cap="none" spc="-60" normalizeH="0" baseline="0" noProof="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rgbClr val="40404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참석 현황</a:t>
            </a: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FABC2FE6-1C92-0EBA-03A4-846FE9DA3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143280"/>
              </p:ext>
            </p:extLst>
          </p:nvPr>
        </p:nvGraphicFramePr>
        <p:xfrm>
          <a:off x="2078948" y="5126469"/>
          <a:ext cx="2777532" cy="1143000"/>
        </p:xfrm>
        <a:graphic>
          <a:graphicData uri="http://schemas.openxmlformats.org/drawingml/2006/table">
            <a:tbl>
              <a:tblPr firstRow="1" bandRow="1"/>
              <a:tblGrid>
                <a:gridCol w="891643">
                  <a:extLst>
                    <a:ext uri="{9D8B030D-6E8A-4147-A177-3AD203B41FA5}">
                      <a16:colId xmlns:a16="http://schemas.microsoft.com/office/drawing/2014/main" val="459291323"/>
                    </a:ext>
                  </a:extLst>
                </a:gridCol>
                <a:gridCol w="496984">
                  <a:extLst>
                    <a:ext uri="{9D8B030D-6E8A-4147-A177-3AD203B41FA5}">
                      <a16:colId xmlns:a16="http://schemas.microsoft.com/office/drawing/2014/main" val="4070944030"/>
                    </a:ext>
                  </a:extLst>
                </a:gridCol>
                <a:gridCol w="891643">
                  <a:extLst>
                    <a:ext uri="{9D8B030D-6E8A-4147-A177-3AD203B41FA5}">
                      <a16:colId xmlns:a16="http://schemas.microsoft.com/office/drawing/2014/main" val="2549929548"/>
                    </a:ext>
                  </a:extLst>
                </a:gridCol>
                <a:gridCol w="497262">
                  <a:extLst>
                    <a:ext uri="{9D8B030D-6E8A-4147-A177-3AD203B41FA5}">
                      <a16:colId xmlns:a16="http://schemas.microsoft.com/office/drawing/2014/main" val="2356145593"/>
                    </a:ext>
                  </a:extLst>
                </a:gridCol>
              </a:tblGrid>
              <a:tr h="180171"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900" b="0" kern="120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법인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900" b="0" kern="120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인원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900" b="0" kern="120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법인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900" b="0" kern="120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인원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701516"/>
                  </a:ext>
                </a:extLst>
              </a:tr>
              <a:tr h="180171"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9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KAI</a:t>
                      </a:r>
                      <a:endParaRPr lang="ko-KR" altLang="en-US" sz="900" b="0" dirty="0">
                        <a:solidFill>
                          <a:srgbClr val="40404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r" latinLnBrk="1"/>
                      <a:r>
                        <a:rPr lang="en-US" altLang="ko-KR" sz="9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9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명</a:t>
                      </a:r>
                    </a:p>
                  </a:txBody>
                  <a:tcPr marL="0" marR="144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9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KC&amp;A</a:t>
                      </a:r>
                      <a:endParaRPr lang="ko-KR" altLang="en-US" sz="900" b="0" dirty="0">
                        <a:solidFill>
                          <a:srgbClr val="40404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r" latinLnBrk="1"/>
                      <a:r>
                        <a:rPr lang="en-US" altLang="ko-KR" sz="9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9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명</a:t>
                      </a:r>
                    </a:p>
                  </a:txBody>
                  <a:tcPr marL="0" marR="144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453974"/>
                  </a:ext>
                </a:extLst>
              </a:tr>
              <a:tr h="180171"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9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ENF</a:t>
                      </a:r>
                      <a:endParaRPr lang="ko-KR" altLang="en-US" sz="900" b="0" dirty="0">
                        <a:solidFill>
                          <a:srgbClr val="40404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r" latinLnBrk="1"/>
                      <a:r>
                        <a:rPr lang="en-US" altLang="ko-KR" sz="9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9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명</a:t>
                      </a:r>
                    </a:p>
                  </a:txBody>
                  <a:tcPr marL="0" marR="144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9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UBM</a:t>
                      </a:r>
                      <a:endParaRPr lang="ko-KR" altLang="en-US" sz="900" b="0" dirty="0">
                        <a:solidFill>
                          <a:srgbClr val="40404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9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명</a:t>
                      </a:r>
                    </a:p>
                  </a:txBody>
                  <a:tcPr marL="0" marR="144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537306"/>
                  </a:ext>
                </a:extLst>
              </a:tr>
              <a:tr h="18017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 err="1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Purit</a:t>
                      </a:r>
                      <a:endParaRPr lang="ko-KR" altLang="en-US" sz="900" b="0" dirty="0">
                        <a:solidFill>
                          <a:srgbClr val="40404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9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명</a:t>
                      </a:r>
                    </a:p>
                  </a:txBody>
                  <a:tcPr marL="0" marR="144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NFC</a:t>
                      </a:r>
                      <a:endParaRPr lang="ko-KR" altLang="en-US" sz="900" b="0" dirty="0">
                        <a:solidFill>
                          <a:srgbClr val="40404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9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명</a:t>
                      </a:r>
                    </a:p>
                  </a:txBody>
                  <a:tcPr marL="0" marR="144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405062"/>
                  </a:ext>
                </a:extLst>
              </a:tr>
              <a:tr h="180171">
                <a:tc gridSpan="4"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1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전체 대상 </a:t>
                      </a:r>
                      <a:r>
                        <a:rPr lang="en-US" altLang="ko-KR" sz="900" b="1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00</a:t>
                      </a:r>
                      <a:r>
                        <a:rPr lang="ko-KR" altLang="en-US" sz="900" b="1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명 中</a:t>
                      </a:r>
                      <a:r>
                        <a:rPr lang="en-US" altLang="ko-KR" sz="900" b="1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참석 </a:t>
                      </a:r>
                      <a:r>
                        <a:rPr lang="en-US" altLang="ko-KR" sz="900" b="1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00</a:t>
                      </a:r>
                      <a:r>
                        <a:rPr lang="ko-KR" altLang="en-US" sz="900" b="1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명 </a:t>
                      </a:r>
                      <a:r>
                        <a:rPr lang="en-US" altLang="ko-KR" sz="900" b="1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1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불참 </a:t>
                      </a:r>
                      <a:r>
                        <a:rPr lang="en-US" altLang="ko-KR" sz="900" b="1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900" b="1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명</a:t>
                      </a:r>
                      <a:r>
                        <a:rPr lang="en-US" altLang="ko-KR" sz="900" b="1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 (100%)</a:t>
                      </a:r>
                      <a:endParaRPr lang="ko-KR" altLang="en-US" sz="900" b="1" dirty="0">
                        <a:solidFill>
                          <a:srgbClr val="40404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돋움체 Light" panose="00000300000000000000" pitchFamily="2" charset="-127"/>
                        <a:ea typeface="KoPub돋움체 Light" panose="000003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F97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97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97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97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돋움체 Light" panose="00000300000000000000" pitchFamily="2" charset="-127"/>
                        <a:ea typeface="KoPub돋움체 Light" panose="000003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F97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97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97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97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돋움체 Light" panose="00000300000000000000" pitchFamily="2" charset="-127"/>
                        <a:ea typeface="KoPub돋움체 Light" panose="000003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F97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97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97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97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60843"/>
                  </a:ext>
                </a:extLst>
              </a:tr>
            </a:tbl>
          </a:graphicData>
        </a:graphic>
      </p:graphicFrame>
      <p:graphicFrame>
        <p:nvGraphicFramePr>
          <p:cNvPr id="208" name="표 207">
            <a:extLst>
              <a:ext uri="{FF2B5EF4-FFF2-40B4-BE49-F238E27FC236}">
                <a16:creationId xmlns:a16="http://schemas.microsoft.com/office/drawing/2014/main" id="{5BB0F724-C31D-823E-2705-B8102BED9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07000"/>
              </p:ext>
            </p:extLst>
          </p:nvPr>
        </p:nvGraphicFramePr>
        <p:xfrm>
          <a:off x="5115324" y="2000333"/>
          <a:ext cx="3931610" cy="4291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6888">
                  <a:extLst>
                    <a:ext uri="{9D8B030D-6E8A-4147-A177-3AD203B41FA5}">
                      <a16:colId xmlns:a16="http://schemas.microsoft.com/office/drawing/2014/main" val="141020106"/>
                    </a:ext>
                  </a:extLst>
                </a:gridCol>
                <a:gridCol w="3004722">
                  <a:extLst>
                    <a:ext uri="{9D8B030D-6E8A-4147-A177-3AD203B41FA5}">
                      <a16:colId xmlns:a16="http://schemas.microsoft.com/office/drawing/2014/main" val="690187602"/>
                    </a:ext>
                  </a:extLst>
                </a:gridCol>
              </a:tblGrid>
              <a:tr h="290418">
                <a:tc>
                  <a:txBody>
                    <a:bodyPr/>
                    <a:lstStyle/>
                    <a:p>
                      <a:pPr marL="0" algn="ctr" defTabSz="755934" rtl="0" eaLnBrk="1" latinLnBrk="0" hangingPunct="1"/>
                      <a:r>
                        <a:rPr kumimoji="0" lang="ko-KR" altLang="en-US" sz="1000" b="0" i="0" u="none" strike="noStrike" kern="0" cap="none" spc="-60" normalizeH="0" baseline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시간</a:t>
                      </a:r>
                    </a:p>
                  </a:txBody>
                  <a:tcPr marL="27000" marR="54000" marT="35100" marB="459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60" normalizeH="0" baseline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내용</a:t>
                      </a:r>
                      <a:endParaRPr kumimoji="0" lang="en-US" altLang="ko-KR" sz="1000" b="0" i="0" u="none" strike="noStrike" kern="0" cap="none" spc="-60" normalizeH="0" baseline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27000" marR="54000" marT="35100" marB="459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602829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09:30 ~ 12:00</a:t>
                      </a:r>
                    </a:p>
                  </a:txBody>
                  <a:tcPr marL="36000" marR="72000" marT="0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ctr" latinLnBrk="0" hangingPunct="1">
                        <a:lnSpc>
                          <a:spcPts val="16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j-ea"/>
                          <a:ea typeface="+mn-ea"/>
                          <a:cs typeface="+mn-cs"/>
                        </a:rPr>
                        <a:t>M1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. ///</a:t>
                      </a:r>
                      <a:endParaRPr lang="en-US" altLang="ko-KR" sz="1000" kern="1200" spc="-8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66700" marR="0" lvl="1" indent="-177800" algn="l" defTabSz="457200" rtl="0" eaLnBrk="1" fontAlgn="ctr" latinLnBrk="0" hangingPunct="1">
                        <a:lnSpc>
                          <a:spcPts val="16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000" kern="1200" spc="-80" noProof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///</a:t>
                      </a:r>
                    </a:p>
                    <a:p>
                      <a:pPr marL="266700" marR="0" lvl="1" indent="-177800" algn="l" defTabSz="457200" rtl="0" eaLnBrk="1" fontAlgn="ctr" latinLnBrk="0" hangingPunct="1">
                        <a:lnSpc>
                          <a:spcPts val="16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000" kern="1200" spc="-80" noProof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///</a:t>
                      </a:r>
                      <a:endParaRPr lang="ko-KR" altLang="en-US" sz="1000" kern="1200" spc="-8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44000" marR="54000" marT="35100" marB="459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468893"/>
                  </a:ext>
                </a:extLst>
              </a:tr>
              <a:tr h="293192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spc="-80" noProof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12:00 ~ 13:00</a:t>
                      </a:r>
                      <a:endParaRPr lang="ko-KR" altLang="en-US" sz="1050" kern="1200" spc="-8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0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55934" rtl="0" eaLnBrk="1" latinLnBrk="0" hangingPunct="1">
                        <a:lnSpc>
                          <a:spcPts val="1600"/>
                        </a:lnSpc>
                      </a:pPr>
                      <a:r>
                        <a:rPr kumimoji="0" lang="ko-KR" altLang="en-US" sz="1000" b="0" i="0" u="none" strike="noStrike" kern="0" cap="none" spc="-60" normalizeH="0" baseline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점심시간</a:t>
                      </a:r>
                    </a:p>
                  </a:txBody>
                  <a:tcPr marL="144000" marR="54000" marT="35100" marB="459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296237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spc="-80" noProof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13:00 ~ 15:00</a:t>
                      </a:r>
                    </a:p>
                  </a:txBody>
                  <a:tcPr marL="36000" marR="72000" marT="0" marB="72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ctr" latinLnBrk="0" hangingPunct="1">
                        <a:lnSpc>
                          <a:spcPts val="16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endParaRPr lang="ko-KR" altLang="en-US" sz="1000" kern="1200" spc="-8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44000" marR="54000" marT="35100" marB="459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817928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spc="-80" noProof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15:00 ~ 17:30</a:t>
                      </a:r>
                    </a:p>
                  </a:txBody>
                  <a:tcPr marL="36000" marR="72000" marT="0" marB="72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ctr" latinLnBrk="0" hangingPunct="1">
                        <a:lnSpc>
                          <a:spcPts val="16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-8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44000" marR="54000" marT="35100" marB="459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452394"/>
                  </a:ext>
                </a:extLst>
              </a:tr>
            </a:tbl>
          </a:graphicData>
        </a:graphic>
      </p:graphicFrame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19301A8C-D914-802E-6F59-6F2FC2403711}"/>
              </a:ext>
            </a:extLst>
          </p:cNvPr>
          <p:cNvSpPr/>
          <p:nvPr/>
        </p:nvSpPr>
        <p:spPr>
          <a:xfrm>
            <a:off x="930474" y="3880378"/>
            <a:ext cx="970063" cy="720080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i="0" u="none" strike="noStrike" kern="0" cap="none" spc="-60" normalizeH="0" baseline="0" noProof="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rgbClr val="40404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주요 내용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3BD1B7AE-8A39-D7FE-63BB-CA7E6AFDF640}"/>
              </a:ext>
            </a:extLst>
          </p:cNvPr>
          <p:cNvSpPr txBox="1"/>
          <p:nvPr/>
        </p:nvSpPr>
        <p:spPr>
          <a:xfrm>
            <a:off x="1981200" y="3806749"/>
            <a:ext cx="2723542" cy="532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indent="-88900" latinLnBrk="0">
              <a:lnSpc>
                <a:spcPts val="17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ko-KR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///</a:t>
            </a:r>
          </a:p>
          <a:p>
            <a:pPr marL="88900" indent="-88900" latinLnBrk="0">
              <a:lnSpc>
                <a:spcPts val="17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ko-KR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///</a:t>
            </a:r>
            <a:endParaRPr lang="ko-KR" altLang="en-US" sz="1000" spc="-80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6D0EEA-BABD-1AF4-95F0-1F5E57E722FD}"/>
              </a:ext>
            </a:extLst>
          </p:cNvPr>
          <p:cNvSpPr txBox="1"/>
          <p:nvPr/>
        </p:nvSpPr>
        <p:spPr>
          <a:xfrm>
            <a:off x="2020662" y="4837351"/>
            <a:ext cx="2723542" cy="289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indent="-88900" latinLnBrk="0">
              <a:lnSpc>
                <a:spcPts val="17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대상 </a:t>
            </a:r>
            <a:r>
              <a:rPr lang="en-US" altLang="ko-KR" sz="10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///</a:t>
            </a:r>
            <a:endParaRPr lang="ko-KR" altLang="en-US" sz="1000" spc="-80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5358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DE66F-D374-BF91-5090-C091D81C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76D249-A2B1-27CF-6D7A-13D5431E7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설문 결과</a:t>
            </a:r>
          </a:p>
        </p:txBody>
      </p:sp>
      <p:sp>
        <p:nvSpPr>
          <p:cNvPr id="3" name="텍스트 개체 틀 13">
            <a:extLst>
              <a:ext uri="{FF2B5EF4-FFF2-40B4-BE49-F238E27FC236}">
                <a16:creationId xmlns:a16="http://schemas.microsoft.com/office/drawing/2014/main" id="{D4B7CE66-FEEC-881D-A764-8ED4AF10AE32}"/>
              </a:ext>
            </a:extLst>
          </p:cNvPr>
          <p:cNvSpPr txBox="1">
            <a:spLocks/>
          </p:cNvSpPr>
          <p:nvPr/>
        </p:nvSpPr>
        <p:spPr>
          <a:xfrm>
            <a:off x="1025304" y="3181376"/>
            <a:ext cx="8065914" cy="369320"/>
          </a:xfrm>
          <a:prstGeom prst="rect">
            <a:avLst/>
          </a:prstGeom>
        </p:spPr>
        <p:txBody>
          <a:bodyPr/>
          <a:lstStyle>
            <a:lvl1pPr marL="185738" indent="-185738" algn="l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1pPr>
            <a:lvl2pPr marL="5572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9286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13001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16716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0431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indent="-266700" defTabSz="914400">
              <a:lnSpc>
                <a:spcPct val="150000"/>
              </a:lnSpc>
              <a:spcBef>
                <a:spcPts val="200"/>
              </a:spcBef>
              <a:buFont typeface="기아 Medium" panose="020B0600000101010101" pitchFamily="50" charset="-127"/>
              <a:buChar char="‐"/>
              <a:defRPr/>
            </a:pPr>
            <a:r>
              <a:rPr lang="ko-KR" altLang="en-US" sz="2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정량 평가</a:t>
            </a:r>
          </a:p>
          <a:p>
            <a:pPr marL="628650" indent="-266700" defTabSz="914400">
              <a:lnSpc>
                <a:spcPct val="150000"/>
              </a:lnSpc>
              <a:spcBef>
                <a:spcPts val="200"/>
              </a:spcBef>
              <a:buFont typeface="기아 Medium" panose="020B0600000101010101" pitchFamily="50" charset="-127"/>
              <a:buChar char="‐"/>
              <a:defRPr/>
            </a:pPr>
            <a:r>
              <a:rPr lang="ko-KR" altLang="en-US" sz="2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정성 평가</a:t>
            </a:r>
          </a:p>
        </p:txBody>
      </p:sp>
    </p:spTree>
    <p:extLst>
      <p:ext uri="{BB962C8B-B14F-4D97-AF65-F5344CB8AC3E}">
        <p14:creationId xmlns:p14="http://schemas.microsoft.com/office/powerpoint/2010/main" val="3247811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C8A45-2342-D3DC-9C32-D6BA2901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설문 결과</a:t>
            </a:r>
            <a:r>
              <a:rPr lang="en-US" altLang="ko-KR" dirty="0"/>
              <a:t>_① </a:t>
            </a:r>
            <a:r>
              <a:rPr lang="ko-KR" altLang="en-US" dirty="0"/>
              <a:t>정량 평가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D0A3F3B-0885-EE5D-729C-83A88C552567}"/>
              </a:ext>
            </a:extLst>
          </p:cNvPr>
          <p:cNvGrpSpPr/>
          <p:nvPr/>
        </p:nvGrpSpPr>
        <p:grpSpPr>
          <a:xfrm>
            <a:off x="845213" y="1148157"/>
            <a:ext cx="5004443" cy="307777"/>
            <a:chOff x="1055689" y="2052140"/>
            <a:chExt cx="4814169" cy="307777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E714ADDB-E94A-4F4E-911F-A99065E6A833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84" y="2340077"/>
              <a:ext cx="480797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6B9C312-7BEC-5830-D1DB-FD9AEFB27236}"/>
                </a:ext>
              </a:extLst>
            </p:cNvPr>
            <p:cNvSpPr txBox="1"/>
            <p:nvPr/>
          </p:nvSpPr>
          <p:spPr>
            <a:xfrm>
              <a:off x="1055689" y="2052140"/>
              <a:ext cx="47995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과정 만족도</a:t>
              </a:r>
              <a:endParaRPr lang="ko-KR" altLang="en-US" sz="1400" dirty="0">
                <a:solidFill>
                  <a:srgbClr val="555555"/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749096B-FC45-98BC-90B1-3D6E91919B22}"/>
              </a:ext>
            </a:extLst>
          </p:cNvPr>
          <p:cNvGrpSpPr/>
          <p:nvPr/>
        </p:nvGrpSpPr>
        <p:grpSpPr>
          <a:xfrm>
            <a:off x="6073133" y="1148157"/>
            <a:ext cx="1575972" cy="307777"/>
            <a:chOff x="1055690" y="2052140"/>
            <a:chExt cx="4814168" cy="307777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6B390D7A-0AF1-DF0F-2902-B35DA79B5EB9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84" y="2340077"/>
              <a:ext cx="480797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81C003C-D530-D65D-9A11-FC877BCC84A2}"/>
                </a:ext>
              </a:extLst>
            </p:cNvPr>
            <p:cNvSpPr txBox="1"/>
            <p:nvPr/>
          </p:nvSpPr>
          <p:spPr>
            <a:xfrm>
              <a:off x="1055690" y="2052140"/>
              <a:ext cx="47995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운영 만족도</a:t>
              </a:r>
              <a:endParaRPr lang="ko-KR" altLang="en-US" sz="1400" dirty="0">
                <a:solidFill>
                  <a:srgbClr val="555555"/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8F58B08-FB95-8D97-31BA-D3BF95104950}"/>
              </a:ext>
            </a:extLst>
          </p:cNvPr>
          <p:cNvGrpSpPr/>
          <p:nvPr/>
        </p:nvGrpSpPr>
        <p:grpSpPr>
          <a:xfrm>
            <a:off x="7787789" y="1148157"/>
            <a:ext cx="1259148" cy="307777"/>
            <a:chOff x="1055689" y="2052140"/>
            <a:chExt cx="4814169" cy="307777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8CCFB8E5-AD1A-E459-4965-6FCBB183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84" y="2340077"/>
              <a:ext cx="480797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9B8EC20-949E-977B-8E41-10E2F9AE6316}"/>
                </a:ext>
              </a:extLst>
            </p:cNvPr>
            <p:cNvSpPr txBox="1"/>
            <p:nvPr/>
          </p:nvSpPr>
          <p:spPr>
            <a:xfrm>
              <a:off x="1055689" y="2052140"/>
              <a:ext cx="47995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강사 만족도</a:t>
              </a:r>
              <a:endParaRPr lang="ko-KR" altLang="en-US" sz="1400" dirty="0">
                <a:solidFill>
                  <a:srgbClr val="555555"/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</p:grpSp>
      <p:graphicFrame>
        <p:nvGraphicFramePr>
          <p:cNvPr id="22" name="차트 1">
            <a:extLst>
              <a:ext uri="{FF2B5EF4-FFF2-40B4-BE49-F238E27FC236}">
                <a16:creationId xmlns:a16="http://schemas.microsoft.com/office/drawing/2014/main" id="{C6FD2557-6EE2-F5E9-F085-C04EB476D6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4870003"/>
              </p:ext>
            </p:extLst>
          </p:nvPr>
        </p:nvGraphicFramePr>
        <p:xfrm>
          <a:off x="930474" y="1388615"/>
          <a:ext cx="2520447" cy="2937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6" name="차트 2">
            <a:extLst>
              <a:ext uri="{FF2B5EF4-FFF2-40B4-BE49-F238E27FC236}">
                <a16:creationId xmlns:a16="http://schemas.microsoft.com/office/drawing/2014/main" id="{7ED4CDAD-AA7F-C8D4-4A68-C00A81005C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1599878"/>
              </p:ext>
            </p:extLst>
          </p:nvPr>
        </p:nvGraphicFramePr>
        <p:xfrm>
          <a:off x="6073132" y="1375573"/>
          <a:ext cx="1575972" cy="2950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차트 3">
            <a:extLst>
              <a:ext uri="{FF2B5EF4-FFF2-40B4-BE49-F238E27FC236}">
                <a16:creationId xmlns:a16="http://schemas.microsoft.com/office/drawing/2014/main" id="{72DBE0C6-7554-4B54-0E7F-F207711CAB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2209306"/>
              </p:ext>
            </p:extLst>
          </p:nvPr>
        </p:nvGraphicFramePr>
        <p:xfrm>
          <a:off x="7903924" y="1317407"/>
          <a:ext cx="1089759" cy="3039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7FFBE0D-FCA7-4D61-2D4A-FB1D9C7620F1}"/>
              </a:ext>
            </a:extLst>
          </p:cNvPr>
          <p:cNvSpPr txBox="1"/>
          <p:nvPr/>
        </p:nvSpPr>
        <p:spPr>
          <a:xfrm>
            <a:off x="7596072" y="877296"/>
            <a:ext cx="17030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9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단위 </a:t>
            </a:r>
            <a:r>
              <a:rPr lang="en-US" altLang="ko-KR" sz="9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 </a:t>
            </a:r>
            <a:r>
              <a:rPr lang="ko-KR" altLang="en-US" sz="9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평균</a:t>
            </a:r>
            <a:r>
              <a:rPr lang="en-US" altLang="ko-KR" sz="9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5</a:t>
            </a:r>
            <a:r>
              <a:rPr lang="ko-KR" altLang="en-US" sz="9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점 만점</a:t>
            </a:r>
            <a:r>
              <a:rPr lang="en-US" altLang="ko-KR" sz="9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/N=</a:t>
            </a:r>
            <a:r>
              <a:rPr lang="en-US" altLang="ko-KR" sz="900" spc="-80" dirty="0" err="1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n_number</a:t>
            </a:r>
            <a:r>
              <a:rPr lang="en-US" altLang="ko-KR" sz="9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  <a:endParaRPr lang="ko-KR" altLang="en-US" sz="900" spc="-80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26085-F97F-EBE1-B85E-0DF740A41C36}"/>
              </a:ext>
            </a:extLst>
          </p:cNvPr>
          <p:cNvSpPr txBox="1"/>
          <p:nvPr/>
        </p:nvSpPr>
        <p:spPr>
          <a:xfrm>
            <a:off x="1852301" y="4432765"/>
            <a:ext cx="7123225" cy="1893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spcBef>
                <a:spcPts val="200"/>
              </a:spcBef>
              <a:defRPr sz="1200" spc="-6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88900" indent="-88900" algn="l" latinLnBrk="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ko-KR" altLang="en-US" sz="1000" spc="-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과정 만족도 </a:t>
            </a:r>
            <a:r>
              <a:rPr lang="en-US" altLang="ko-KR" sz="1000" spc="-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///</a:t>
            </a:r>
          </a:p>
          <a:p>
            <a:pPr marL="179388" indent="-90488" algn="l" latinLnBrk="0">
              <a:lnSpc>
                <a:spcPts val="1700"/>
              </a:lnSpc>
              <a:buFont typeface="Wingdings" panose="05000000000000000000" pitchFamily="2" charset="2"/>
              <a:buChar char="ü"/>
            </a:pPr>
            <a:r>
              <a:rPr lang="en-US" altLang="ko-KR" sz="10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rPr>
              <a:t> text_01</a:t>
            </a:r>
          </a:p>
          <a:p>
            <a:pPr marL="179388" indent="-90488" algn="l" latinLnBrk="0">
              <a:lnSpc>
                <a:spcPts val="1700"/>
              </a:lnSpc>
              <a:buFont typeface="Wingdings" panose="05000000000000000000" pitchFamily="2" charset="2"/>
              <a:buChar char="ü"/>
            </a:pPr>
            <a:r>
              <a:rPr lang="en-US" altLang="ko-KR" sz="10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rPr>
              <a:t>//</a:t>
            </a:r>
            <a:r>
              <a:rPr lang="ko-KR" altLang="en-US" sz="10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rPr>
              <a:t> 모듈이 선호도 </a:t>
            </a:r>
            <a:r>
              <a:rPr lang="en-US" altLang="ko-KR" sz="10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rPr>
              <a:t>1</a:t>
            </a:r>
            <a:r>
              <a:rPr lang="ko-KR" altLang="en-US" sz="10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rPr>
              <a:t>위를 기록했으며</a:t>
            </a:r>
            <a:r>
              <a:rPr lang="en-US" altLang="ko-KR" sz="10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rPr>
              <a:t>, //</a:t>
            </a:r>
            <a:r>
              <a:rPr lang="ko-KR" altLang="en-US" sz="10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rPr>
              <a:t> 구성으로 높은 선호도가 확인됨</a:t>
            </a:r>
            <a:r>
              <a:rPr lang="en-US" altLang="ko-KR" sz="10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rPr>
              <a:t>.</a:t>
            </a:r>
          </a:p>
          <a:p>
            <a:pPr marL="88900" indent="-88900" algn="l" latinLnBrk="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ko-KR" altLang="en-US" sz="1000" spc="-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운영 만족도 </a:t>
            </a:r>
            <a:r>
              <a:rPr lang="en-US" altLang="ko-KR" sz="1000" spc="-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///</a:t>
            </a:r>
          </a:p>
          <a:p>
            <a:pPr marL="179388" indent="-90488" algn="l" latinLnBrk="0">
              <a:lnSpc>
                <a:spcPts val="1700"/>
              </a:lnSpc>
              <a:buFont typeface="Wingdings" panose="05000000000000000000" pitchFamily="2" charset="2"/>
              <a:buChar char="ü"/>
            </a:pPr>
            <a:r>
              <a:rPr lang="en-US" altLang="ko-KR" sz="10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rPr>
              <a:t> text_02</a:t>
            </a:r>
          </a:p>
          <a:p>
            <a:pPr marL="88900" indent="-88900" algn="l" latinLnBrk="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ko-KR" altLang="en-US" sz="1000" spc="-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강사 만족도 </a:t>
            </a:r>
            <a:r>
              <a:rPr lang="en-US" altLang="ko-KR" sz="1000" spc="-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///</a:t>
            </a:r>
          </a:p>
          <a:p>
            <a:pPr marL="179388" indent="-90488" algn="l" latinLnBrk="0">
              <a:lnSpc>
                <a:spcPts val="1700"/>
              </a:lnSpc>
              <a:buFont typeface="Wingdings" panose="05000000000000000000" pitchFamily="2" charset="2"/>
              <a:buChar char="ü"/>
            </a:pPr>
            <a:r>
              <a:rPr lang="en-US" altLang="ko-KR" sz="10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rPr>
              <a:t> text_03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C7BE218-2E1A-CEFB-1110-23BF563AD725}"/>
              </a:ext>
            </a:extLst>
          </p:cNvPr>
          <p:cNvSpPr/>
          <p:nvPr/>
        </p:nvSpPr>
        <p:spPr>
          <a:xfrm>
            <a:off x="930474" y="4417201"/>
            <a:ext cx="827330" cy="1936252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0" cap="none" spc="-60" normalizeH="0" baseline="0" noProof="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rgbClr val="404040"/>
                </a:solidFill>
                <a:effectLst/>
                <a:uLnTx/>
                <a:uFillTx/>
                <a:latin typeface="Noto Sans CJK KR Bold"/>
                <a:ea typeface="Noto Sans CJK KR Bold"/>
                <a:cs typeface="+mn-cs"/>
              </a:rPr>
              <a:t>시사점</a:t>
            </a:r>
          </a:p>
        </p:txBody>
      </p:sp>
      <p:graphicFrame>
        <p:nvGraphicFramePr>
          <p:cNvPr id="24" name="표 0">
            <a:extLst>
              <a:ext uri="{FF2B5EF4-FFF2-40B4-BE49-F238E27FC236}">
                <a16:creationId xmlns:a16="http://schemas.microsoft.com/office/drawing/2014/main" id="{1940FDB1-4F9C-4EEF-D336-7FA1E6A4A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448363"/>
              </p:ext>
            </p:extLst>
          </p:nvPr>
        </p:nvGraphicFramePr>
        <p:xfrm>
          <a:off x="3605038" y="2184478"/>
          <a:ext cx="2232000" cy="1403726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4197524285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3233979085"/>
                    </a:ext>
                  </a:extLst>
                </a:gridCol>
              </a:tblGrid>
              <a:tr h="285587"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순위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EF8"/>
                    </a:solidFill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800" b="1" kern="1200" dirty="0" err="1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모듈명</a:t>
                      </a:r>
                      <a:endParaRPr lang="ko-KR" altLang="en-US" sz="800" b="1" kern="1200" dirty="0">
                        <a:solidFill>
                          <a:srgbClr val="40404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414652"/>
                  </a:ext>
                </a:extLst>
              </a:tr>
              <a:tr h="372713"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위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dirty="0">
                        <a:solidFill>
                          <a:srgbClr val="40404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841648"/>
                  </a:ext>
                </a:extLst>
              </a:tr>
              <a:tr h="372713"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위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563443"/>
                  </a:ext>
                </a:extLst>
              </a:tr>
              <a:tr h="372713"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위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603622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B6B1A04-D559-CB06-322A-F9954D9D3183}"/>
              </a:ext>
            </a:extLst>
          </p:cNvPr>
          <p:cNvSpPr txBox="1"/>
          <p:nvPr/>
        </p:nvSpPr>
        <p:spPr>
          <a:xfrm>
            <a:off x="3832983" y="1891065"/>
            <a:ext cx="1776109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&lt;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모듈별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선호 순위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&gt;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7B9726-2C45-8DDA-7E69-AA470022E13D}"/>
              </a:ext>
            </a:extLst>
          </p:cNvPr>
          <p:cNvSpPr txBox="1"/>
          <p:nvPr/>
        </p:nvSpPr>
        <p:spPr>
          <a:xfrm>
            <a:off x="4625435" y="3608045"/>
            <a:ext cx="13090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8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선택형 객관식</a:t>
            </a:r>
            <a:r>
              <a:rPr lang="en-US" altLang="ko-KR" sz="8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8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복수 선택 가능</a:t>
            </a:r>
            <a:r>
              <a:rPr lang="en-US" altLang="ko-KR" sz="80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  <a:endParaRPr lang="ko-KR" altLang="en-US" sz="800" spc="-80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60147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BD83C0-D29D-CF52-0C8F-DE2EF6A95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설문 결과</a:t>
            </a:r>
            <a:r>
              <a:rPr lang="en-US" altLang="ko-KR" dirty="0"/>
              <a:t>_② </a:t>
            </a:r>
            <a:r>
              <a:rPr lang="ko-KR" altLang="en-US" dirty="0"/>
              <a:t>정성 평가 </a:t>
            </a:r>
            <a:r>
              <a:rPr lang="en-US" altLang="ko-KR" dirty="0"/>
              <a:t>raw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B3C417E-0804-5EDF-01F2-EA4A0ED40E52}"/>
              </a:ext>
            </a:extLst>
          </p:cNvPr>
          <p:cNvGrpSpPr/>
          <p:nvPr/>
        </p:nvGrpSpPr>
        <p:grpSpPr>
          <a:xfrm>
            <a:off x="882572" y="921338"/>
            <a:ext cx="8191166" cy="323852"/>
            <a:chOff x="1061884" y="2016225"/>
            <a:chExt cx="4807974" cy="323852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6751EA6A-AE42-EDA1-E3FD-F225728C5494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84" y="2340077"/>
              <a:ext cx="480797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560B899-2AED-45E6-13B4-CA435676644D}"/>
                </a:ext>
              </a:extLst>
            </p:cNvPr>
            <p:cNvSpPr txBox="1"/>
            <p:nvPr/>
          </p:nvSpPr>
          <p:spPr>
            <a:xfrm>
              <a:off x="1061884" y="2016225"/>
              <a:ext cx="47995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설문 주요 의견</a:t>
              </a:r>
              <a:endParaRPr lang="ko-KR" altLang="en-US" sz="1400" dirty="0">
                <a:solidFill>
                  <a:srgbClr val="555555"/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F494C2D-4F2D-8360-F343-1B93E8DF2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810991"/>
              </p:ext>
            </p:extLst>
          </p:nvPr>
        </p:nvGraphicFramePr>
        <p:xfrm>
          <a:off x="870058" y="1363038"/>
          <a:ext cx="8176875" cy="49977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7359">
                  <a:extLst>
                    <a:ext uri="{9D8B030D-6E8A-4147-A177-3AD203B41FA5}">
                      <a16:colId xmlns:a16="http://schemas.microsoft.com/office/drawing/2014/main" val="4120179635"/>
                    </a:ext>
                  </a:extLst>
                </a:gridCol>
                <a:gridCol w="2632899">
                  <a:extLst>
                    <a:ext uri="{9D8B030D-6E8A-4147-A177-3AD203B41FA5}">
                      <a16:colId xmlns:a16="http://schemas.microsoft.com/office/drawing/2014/main" val="805340081"/>
                    </a:ext>
                  </a:extLst>
                </a:gridCol>
                <a:gridCol w="2726617">
                  <a:extLst>
                    <a:ext uri="{9D8B030D-6E8A-4147-A177-3AD203B41FA5}">
                      <a16:colId xmlns:a16="http://schemas.microsoft.com/office/drawing/2014/main" val="1409398791"/>
                    </a:ext>
                  </a:extLst>
                </a:gridCol>
              </a:tblGrid>
              <a:tr h="29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kern="1200" spc="-60" noProof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긍정적으로 느낀 점</a:t>
                      </a:r>
                      <a:endParaRPr lang="ko-KR" altLang="en-US" sz="1200" kern="1200" spc="-6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30" marR="5430" marT="543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새롭게 알게 된 점</a:t>
                      </a:r>
                    </a:p>
                  </a:txBody>
                  <a:tcPr marL="5430" marR="5430" marT="543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개선 및 보완점</a:t>
                      </a:r>
                    </a:p>
                  </a:txBody>
                  <a:tcPr marL="5430" marR="5430" marT="543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344064"/>
                  </a:ext>
                </a:extLst>
              </a:tr>
              <a:tr h="4701764">
                <a:tc>
                  <a:txBody>
                    <a:bodyPr/>
                    <a:lstStyle/>
                    <a:p>
                      <a:pPr marL="269875" marR="0" lvl="0" indent="-1825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0" algn="l"/>
                          <a:tab pos="180975" algn="l"/>
                        </a:tabLst>
                        <a:defRPr/>
                      </a:pPr>
                      <a:endParaRPr kumimoji="0" lang="en-US" altLang="ko-KR" sz="1000" b="1" i="0" u="none" strike="noStrike" kern="0" cap="none" spc="-4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기아 Medium" panose="020B0600000101010101" pitchFamily="50" charset="-127"/>
                        <a:buNone/>
                        <a:tabLst/>
                        <a:defRPr/>
                      </a:pPr>
                      <a:endParaRPr kumimoji="0" lang="en-US" altLang="ko-KR" sz="1000" b="1" i="0" u="none" strike="noStrike" kern="0" cap="none" spc="-4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9875" marR="0" lvl="0" indent="-1825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0" algn="l"/>
                          <a:tab pos="180975" algn="l"/>
                        </a:tabLst>
                        <a:defRPr/>
                      </a:pPr>
                      <a:endParaRPr kumimoji="0" lang="en-US" altLang="ko-KR" sz="1000" b="1" i="0" u="none" strike="noStrike" kern="0" cap="none" spc="-4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5430" marT="543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216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729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AFAF3-57B5-1B60-D052-EFCDAFC99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7E231-FADB-72CE-DEA9-68304D12A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설문 결과</a:t>
            </a:r>
            <a:r>
              <a:rPr lang="en-US" altLang="ko-KR" dirty="0"/>
              <a:t>_② </a:t>
            </a:r>
            <a:r>
              <a:rPr lang="ko-KR" altLang="en-US" dirty="0"/>
              <a:t>정성 평가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3B5BA89-8471-89FF-7F46-44977C12B840}"/>
              </a:ext>
            </a:extLst>
          </p:cNvPr>
          <p:cNvGrpSpPr/>
          <p:nvPr/>
        </p:nvGrpSpPr>
        <p:grpSpPr>
          <a:xfrm>
            <a:off x="882572" y="921338"/>
            <a:ext cx="8191166" cy="323852"/>
            <a:chOff x="1061884" y="2016225"/>
            <a:chExt cx="4807974" cy="323852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00FDD31C-1D48-BD7E-AD98-FE84A06BBC57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84" y="2340077"/>
              <a:ext cx="480797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375E078-6B42-BD54-4A52-47CFC7DF71C2}"/>
                </a:ext>
              </a:extLst>
            </p:cNvPr>
            <p:cNvSpPr txBox="1"/>
            <p:nvPr/>
          </p:nvSpPr>
          <p:spPr>
            <a:xfrm>
              <a:off x="1061884" y="2016225"/>
              <a:ext cx="47995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설문 주요 의견</a:t>
              </a:r>
              <a:endParaRPr lang="ko-KR" altLang="en-US" sz="1400" dirty="0">
                <a:solidFill>
                  <a:srgbClr val="555555"/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</p:grpSp>
      <p:graphicFrame>
        <p:nvGraphicFramePr>
          <p:cNvPr id="7" name="표 43">
            <a:extLst>
              <a:ext uri="{FF2B5EF4-FFF2-40B4-BE49-F238E27FC236}">
                <a16:creationId xmlns:a16="http://schemas.microsoft.com/office/drawing/2014/main" id="{090DF6D2-7CC6-C928-07A4-832A24633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160648"/>
              </p:ext>
            </p:extLst>
          </p:nvPr>
        </p:nvGraphicFramePr>
        <p:xfrm>
          <a:off x="870058" y="1363038"/>
          <a:ext cx="8176875" cy="49977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7359">
                  <a:extLst>
                    <a:ext uri="{9D8B030D-6E8A-4147-A177-3AD203B41FA5}">
                      <a16:colId xmlns:a16="http://schemas.microsoft.com/office/drawing/2014/main" val="4120179635"/>
                    </a:ext>
                  </a:extLst>
                </a:gridCol>
                <a:gridCol w="2632899">
                  <a:extLst>
                    <a:ext uri="{9D8B030D-6E8A-4147-A177-3AD203B41FA5}">
                      <a16:colId xmlns:a16="http://schemas.microsoft.com/office/drawing/2014/main" val="805340081"/>
                    </a:ext>
                  </a:extLst>
                </a:gridCol>
                <a:gridCol w="2726617">
                  <a:extLst>
                    <a:ext uri="{9D8B030D-6E8A-4147-A177-3AD203B41FA5}">
                      <a16:colId xmlns:a16="http://schemas.microsoft.com/office/drawing/2014/main" val="1409398791"/>
                    </a:ext>
                  </a:extLst>
                </a:gridCol>
              </a:tblGrid>
              <a:tr h="29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kern="1200" spc="-60" noProof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긍정적으로 느낀 점</a:t>
                      </a:r>
                      <a:endParaRPr lang="ko-KR" altLang="en-US" sz="1200" kern="1200" spc="-6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30" marR="5430" marT="543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새롭게 알게 된 점</a:t>
                      </a:r>
                    </a:p>
                  </a:txBody>
                  <a:tcPr marL="5430" marR="5430" marT="543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개선 및 보완점</a:t>
                      </a:r>
                    </a:p>
                  </a:txBody>
                  <a:tcPr marL="5430" marR="5430" marT="543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344064"/>
                  </a:ext>
                </a:extLst>
              </a:tr>
              <a:tr h="4701764">
                <a:tc>
                  <a:txBody>
                    <a:bodyPr/>
                    <a:lstStyle/>
                    <a:p>
                      <a:pPr marL="269875" marR="0" lvl="0" indent="-18256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0" algn="l"/>
                          <a:tab pos="180975" algn="l"/>
                        </a:tabLst>
                        <a:defRPr/>
                      </a:pPr>
                      <a:r>
                        <a:rPr kumimoji="0" lang="ko-KR" altLang="en-US" sz="1100" b="0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/>
                          <a:ea typeface="Noto Sans CJK KR Bold"/>
                          <a:cs typeface="+mn-cs"/>
                        </a:rPr>
                        <a:t>ㅁㅁㅁ</a:t>
                      </a:r>
                      <a:endParaRPr kumimoji="0" lang="en-US" altLang="ko-KR" sz="1100" b="0" i="0" u="none" strike="noStrike" kern="0" cap="none" spc="-4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Bold"/>
                        <a:ea typeface="Noto Sans CJK KR Bold"/>
                        <a:cs typeface="+mn-cs"/>
                      </a:endParaRPr>
                    </a:p>
                    <a:p>
                      <a:pPr marL="357188" marR="0" lvl="0" indent="-17621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기아 Medium" panose="020B0600000101010101" pitchFamily="50" charset="-127"/>
                        <a:buChar char="‐"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ㅇㅇㅇ</a:t>
                      </a:r>
                      <a:r>
                        <a:rPr kumimoji="0" lang="en-US" altLang="ko-KR" sz="1000" b="1" i="0" u="none" strike="noStrike" kern="0" cap="none" spc="-40" normalizeH="0" baseline="0" noProof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(2)</a:t>
                      </a:r>
                    </a:p>
                    <a:p>
                      <a:pPr marL="357188" marR="0" lvl="0" indent="-17621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기아 Medium" panose="020B0600000101010101" pitchFamily="50" charset="-127"/>
                        <a:buChar char="‐"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ㅇㅇㅇ</a:t>
                      </a:r>
                      <a:endParaRPr kumimoji="0" lang="en-US" altLang="ko-KR" sz="1000" b="1" i="0" u="none" strike="noStrike" kern="0" cap="none" spc="-4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69875" marR="0" lvl="0" indent="-18256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0" algn="l"/>
                          <a:tab pos="180975" algn="l"/>
                        </a:tabLst>
                        <a:defRPr/>
                      </a:pPr>
                      <a:r>
                        <a:rPr kumimoji="0" lang="ko-KR" altLang="en-US" sz="1100" b="0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/>
                          <a:ea typeface="Noto Sans CJK KR Bold"/>
                          <a:cs typeface="+mn-cs"/>
                        </a:rPr>
                        <a:t>ㅁㅁㅁ</a:t>
                      </a:r>
                      <a:endParaRPr kumimoji="0" lang="en-US" altLang="ko-KR" sz="1100" b="0" i="0" u="none" strike="noStrike" kern="0" cap="none" spc="-4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Bold"/>
                        <a:ea typeface="Noto Sans CJK KR Bold"/>
                        <a:cs typeface="+mn-cs"/>
                      </a:endParaRPr>
                    </a:p>
                    <a:p>
                      <a:pPr marL="357188" marR="0" lvl="0" indent="-17621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기아 Medium" panose="020B0600000101010101" pitchFamily="50" charset="-127"/>
                        <a:buChar char="‐"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ㅇㅇㅇ</a:t>
                      </a:r>
                      <a:r>
                        <a:rPr kumimoji="0" lang="en-US" altLang="ko-KR" sz="1000" b="1" i="0" u="none" strike="noStrike" kern="0" cap="none" spc="-40" normalizeH="0" baseline="0" noProof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(2)</a:t>
                      </a:r>
                    </a:p>
                    <a:p>
                      <a:pPr marL="357188" marR="0" lvl="0" indent="-17621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기아 Medium" panose="020B0600000101010101" pitchFamily="50" charset="-127"/>
                        <a:buChar char="‐"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ㅇㅇㅇ</a:t>
                      </a:r>
                      <a:endParaRPr kumimoji="0" lang="en-US" altLang="ko-KR" sz="1000" b="1" i="0" u="none" strike="noStrike" kern="0" cap="none" spc="-4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9875" marR="0" lvl="0" indent="-18256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0" algn="l"/>
                          <a:tab pos="180975" algn="l"/>
                        </a:tabLst>
                        <a:defRPr/>
                      </a:pPr>
                      <a:r>
                        <a:rPr kumimoji="0" lang="ko-KR" altLang="en-US" sz="1100" b="0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/>
                          <a:ea typeface="Noto Sans CJK KR Bold"/>
                          <a:cs typeface="+mn-cs"/>
                        </a:rPr>
                        <a:t>ㅁㅁㅁ</a:t>
                      </a:r>
                      <a:endParaRPr kumimoji="0" lang="en-US" altLang="ko-KR" sz="1100" b="0" i="0" u="none" strike="noStrike" kern="0" cap="none" spc="-4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Bold"/>
                        <a:ea typeface="Noto Sans CJK KR Bold"/>
                        <a:cs typeface="+mn-cs"/>
                      </a:endParaRPr>
                    </a:p>
                    <a:p>
                      <a:pPr marL="357188" marR="0" lvl="0" indent="-17621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기아 Medium" panose="020B0600000101010101" pitchFamily="50" charset="-127"/>
                        <a:buChar char="‐"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/>
                          <a:ea typeface="Noto Sans CJK KR DemiLight"/>
                          <a:cs typeface="+mn-cs"/>
                        </a:rPr>
                        <a:t>ㅇㅇㅇ</a:t>
                      </a:r>
                      <a:r>
                        <a:rPr kumimoji="0" lang="en-US" altLang="ko-KR" sz="1000" b="1" i="0" u="none" strike="noStrike" kern="0" cap="none" spc="-40" normalizeH="0" baseline="0" noProof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/>
                          <a:ea typeface="Noto Sans CJK KR DemiLight"/>
                          <a:cs typeface="+mn-cs"/>
                        </a:rPr>
                        <a:t>(2)</a:t>
                      </a:r>
                    </a:p>
                    <a:p>
                      <a:pPr marL="357188" marR="0" lvl="0" indent="-17621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기아 Medium" panose="020B0600000101010101" pitchFamily="50" charset="-127"/>
                        <a:buChar char="‐"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/>
                          <a:ea typeface="Noto Sans CJK KR DemiLight"/>
                          <a:cs typeface="+mn-cs"/>
                        </a:rPr>
                        <a:t>ㅇㅇㅇ</a:t>
                      </a:r>
                      <a:endParaRPr kumimoji="0" lang="en-US" altLang="ko-KR" sz="1000" b="1" i="0" u="none" strike="noStrike" kern="0" cap="none" spc="-4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  <a:p>
                      <a:pPr marL="269875" marR="0" lvl="0" indent="-18256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0" algn="l"/>
                          <a:tab pos="180975" algn="l"/>
                        </a:tabLst>
                        <a:defRPr/>
                      </a:pPr>
                      <a:r>
                        <a:rPr kumimoji="0" lang="ko-KR" altLang="en-US" sz="1100" b="0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/>
                          <a:ea typeface="Noto Sans CJK KR Bold"/>
                          <a:cs typeface="+mn-cs"/>
                        </a:rPr>
                        <a:t>ㅁㅁㅁ</a:t>
                      </a:r>
                      <a:endParaRPr kumimoji="0" lang="en-US" altLang="ko-KR" sz="1100" b="0" i="0" u="none" strike="noStrike" kern="0" cap="none" spc="-4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Bold"/>
                        <a:ea typeface="Noto Sans CJK KR Bold"/>
                        <a:cs typeface="+mn-cs"/>
                      </a:endParaRPr>
                    </a:p>
                    <a:p>
                      <a:pPr marL="357188" marR="0" lvl="0" indent="-17621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기아 Medium" panose="020B0600000101010101" pitchFamily="50" charset="-127"/>
                        <a:buChar char="‐"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/>
                          <a:ea typeface="Noto Sans CJK KR DemiLight"/>
                          <a:cs typeface="+mn-cs"/>
                        </a:rPr>
                        <a:t>ㅇㅇㅇ</a:t>
                      </a:r>
                      <a:r>
                        <a:rPr kumimoji="0" lang="en-US" altLang="ko-KR" sz="1000" b="1" i="0" u="none" strike="noStrike" kern="0" cap="none" spc="-40" normalizeH="0" baseline="0" noProof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/>
                          <a:ea typeface="Noto Sans CJK KR DemiLight"/>
                          <a:cs typeface="+mn-cs"/>
                        </a:rPr>
                        <a:t>(2)</a:t>
                      </a:r>
                    </a:p>
                    <a:p>
                      <a:pPr marL="357188" marR="0" lvl="0" indent="-17621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기아 Medium" panose="020B0600000101010101" pitchFamily="50" charset="-127"/>
                        <a:buChar char="‐"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/>
                          <a:ea typeface="Noto Sans CJK KR DemiLight"/>
                          <a:cs typeface="+mn-cs"/>
                        </a:rPr>
                        <a:t>ㅇㅇㅇ</a:t>
                      </a:r>
                      <a:endParaRPr kumimoji="0" lang="en-US" altLang="ko-KR" sz="1000" b="1" i="0" u="none" strike="noStrike" kern="0" cap="none" spc="-4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9875" marR="0" lvl="0" indent="-18256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0" algn="l"/>
                          <a:tab pos="180975" algn="l"/>
                        </a:tabLst>
                        <a:defRPr/>
                      </a:pPr>
                      <a:r>
                        <a:rPr kumimoji="0" lang="ko-KR" altLang="en-US" sz="1100" b="0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/>
                          <a:ea typeface="Noto Sans CJK KR Bold"/>
                          <a:cs typeface="+mn-cs"/>
                        </a:rPr>
                        <a:t>ㅁㅁㅁ</a:t>
                      </a:r>
                      <a:endParaRPr kumimoji="0" lang="en-US" altLang="ko-KR" sz="1100" b="0" i="0" u="none" strike="noStrike" kern="0" cap="none" spc="-4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Bold"/>
                        <a:ea typeface="Noto Sans CJK KR Bold"/>
                        <a:cs typeface="+mn-cs"/>
                      </a:endParaRPr>
                    </a:p>
                    <a:p>
                      <a:pPr marL="357188" marR="0" lvl="0" indent="-17621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기아 Medium" panose="020B0600000101010101" pitchFamily="50" charset="-127"/>
                        <a:buChar char="‐"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/>
                          <a:ea typeface="Noto Sans CJK KR DemiLight"/>
                          <a:cs typeface="+mn-cs"/>
                        </a:rPr>
                        <a:t>ㅇㅇㅇ</a:t>
                      </a:r>
                      <a:r>
                        <a:rPr kumimoji="0" lang="en-US" altLang="ko-KR" sz="1000" b="1" i="0" u="none" strike="noStrike" kern="0" cap="none" spc="-40" normalizeH="0" baseline="0" noProof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/>
                          <a:ea typeface="Noto Sans CJK KR DemiLight"/>
                          <a:cs typeface="+mn-cs"/>
                        </a:rPr>
                        <a:t>(2)</a:t>
                      </a:r>
                    </a:p>
                    <a:p>
                      <a:pPr marL="357188" marR="0" lvl="0" indent="-17621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기아 Medium" panose="020B0600000101010101" pitchFamily="50" charset="-127"/>
                        <a:buChar char="‐"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/>
                          <a:ea typeface="Noto Sans CJK KR DemiLight"/>
                          <a:cs typeface="+mn-cs"/>
                        </a:rPr>
                        <a:t>ㅇㅇㅇ</a:t>
                      </a:r>
                      <a:endParaRPr kumimoji="0" lang="en-US" altLang="ko-KR" sz="1000" b="1" i="0" u="none" strike="noStrike" kern="0" cap="none" spc="-4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  <a:p>
                      <a:pPr marL="269875" marR="0" lvl="0" indent="-18256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0" algn="l"/>
                          <a:tab pos="180975" algn="l"/>
                        </a:tabLst>
                        <a:defRPr/>
                      </a:pPr>
                      <a:r>
                        <a:rPr kumimoji="0" lang="ko-KR" altLang="en-US" sz="1100" b="0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/>
                          <a:ea typeface="Noto Sans CJK KR Bold"/>
                          <a:cs typeface="+mn-cs"/>
                        </a:rPr>
                        <a:t>ㅁㅁㅁ</a:t>
                      </a:r>
                      <a:endParaRPr kumimoji="0" lang="en-US" altLang="ko-KR" sz="1100" b="0" i="0" u="none" strike="noStrike" kern="0" cap="none" spc="-4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Bold"/>
                        <a:ea typeface="Noto Sans CJK KR Bold"/>
                        <a:cs typeface="+mn-cs"/>
                      </a:endParaRPr>
                    </a:p>
                    <a:p>
                      <a:pPr marL="357188" marR="0" lvl="0" indent="-17621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기아 Medium" panose="020B0600000101010101" pitchFamily="50" charset="-127"/>
                        <a:buChar char="‐"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/>
                          <a:ea typeface="Noto Sans CJK KR DemiLight"/>
                          <a:cs typeface="+mn-cs"/>
                        </a:rPr>
                        <a:t>ㅇㅇㅇ</a:t>
                      </a:r>
                      <a:r>
                        <a:rPr kumimoji="0" lang="en-US" altLang="ko-KR" sz="1000" b="1" i="0" u="none" strike="noStrike" kern="0" cap="none" spc="-40" normalizeH="0" baseline="0" noProof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/>
                          <a:ea typeface="Noto Sans CJK KR DemiLight"/>
                          <a:cs typeface="+mn-cs"/>
                        </a:rPr>
                        <a:t>(2)</a:t>
                      </a:r>
                    </a:p>
                    <a:p>
                      <a:pPr marL="357188" marR="0" lvl="0" indent="-176213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기아 Medium" panose="020B0600000101010101" pitchFamily="50" charset="-127"/>
                        <a:buChar char="‐"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-40" normalizeH="0" baseline="0" noProof="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/>
                          <a:ea typeface="Noto Sans CJK KR DemiLight"/>
                          <a:cs typeface="+mn-cs"/>
                        </a:rPr>
                        <a:t>ㅇㅇㅇ</a:t>
                      </a:r>
                      <a:endParaRPr kumimoji="0" lang="en-US" altLang="ko-KR" sz="1000" b="1" i="0" u="none" strike="noStrike" kern="0" cap="none" spc="-40" normalizeH="0" baseline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72000" marR="5430" marT="543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216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1908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DE013-01AC-7CFA-DFA3-DA85290A4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E04B2-45D3-9E7B-AB19-D6AD7388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과정 </a:t>
            </a:r>
            <a:r>
              <a:rPr lang="en-US" altLang="ko-KR" dirty="0"/>
              <a:t>Review</a:t>
            </a:r>
            <a:r>
              <a:rPr lang="ko-KR" altLang="en-US" dirty="0"/>
              <a:t> 및 제언</a:t>
            </a:r>
          </a:p>
        </p:txBody>
      </p:sp>
    </p:spTree>
    <p:extLst>
      <p:ext uri="{BB962C8B-B14F-4D97-AF65-F5344CB8AC3E}">
        <p14:creationId xmlns:p14="http://schemas.microsoft.com/office/powerpoint/2010/main" val="681946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333AE-9FC0-4060-EEDA-1554B7907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ED714-BB0C-37ED-2FAC-7D86AE06E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과정 </a:t>
            </a:r>
            <a:r>
              <a:rPr lang="en-US" altLang="ko-KR" dirty="0"/>
              <a:t>Review</a:t>
            </a:r>
            <a:r>
              <a:rPr lang="ko-KR" altLang="en-US" dirty="0"/>
              <a:t> 및 제언</a:t>
            </a:r>
            <a:br>
              <a:rPr lang="ko-KR" altLang="en-US" dirty="0"/>
            </a:b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C8FCDA2-CB19-FB7C-9376-C06488E04EEB}"/>
              </a:ext>
            </a:extLst>
          </p:cNvPr>
          <p:cNvGrpSpPr/>
          <p:nvPr/>
        </p:nvGrpSpPr>
        <p:grpSpPr>
          <a:xfrm>
            <a:off x="823947" y="1481137"/>
            <a:ext cx="4811308" cy="307777"/>
            <a:chOff x="1055689" y="2052140"/>
            <a:chExt cx="4814169" cy="307777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349958D7-2CB8-FF4F-8F64-525DA7D0687C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84" y="2340077"/>
              <a:ext cx="480797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EC9D5BC-0346-E2DA-4BD5-24BE5A3C460F}"/>
                </a:ext>
              </a:extLst>
            </p:cNvPr>
            <p:cNvSpPr txBox="1"/>
            <p:nvPr/>
          </p:nvSpPr>
          <p:spPr>
            <a:xfrm>
              <a:off x="1055689" y="2052140"/>
              <a:ext cx="47995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2026</a:t>
              </a:r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년도</a:t>
              </a:r>
              <a:r>
                <a:rPr lang="en-US" altLang="ko-KR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 </a:t>
              </a:r>
              <a:r>
                <a:rPr lang="en-US" altLang="ko-KR" sz="1400" spc="-80" dirty="0" err="1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class_name</a:t>
              </a:r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 </a:t>
              </a:r>
              <a:r>
                <a:rPr lang="en-US" altLang="ko-KR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Review</a:t>
              </a:r>
              <a:endParaRPr lang="ko-KR" altLang="en-US" sz="1400" dirty="0">
                <a:solidFill>
                  <a:srgbClr val="555555"/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6F01BFB5-431F-5C1C-3C5C-79C5B9B1B454}"/>
              </a:ext>
            </a:extLst>
          </p:cNvPr>
          <p:cNvGrpSpPr/>
          <p:nvPr/>
        </p:nvGrpSpPr>
        <p:grpSpPr>
          <a:xfrm>
            <a:off x="5923721" y="1481137"/>
            <a:ext cx="3149281" cy="307777"/>
            <a:chOff x="1055689" y="2052140"/>
            <a:chExt cx="4814169" cy="307777"/>
          </a:xfrm>
        </p:grpSpPr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998952A0-9BF9-263C-BA91-0DAF67DFA359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84" y="2340077"/>
              <a:ext cx="480797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FF16C25-4C8F-C9B2-7A81-3D6CFAAA9332}"/>
                </a:ext>
              </a:extLst>
            </p:cNvPr>
            <p:cNvSpPr txBox="1"/>
            <p:nvPr/>
          </p:nvSpPr>
          <p:spPr>
            <a:xfrm>
              <a:off x="1055689" y="2052140"/>
              <a:ext cx="47995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향후 과정을 위한 계획 </a:t>
              </a:r>
              <a:r>
                <a:rPr lang="en-US" altLang="ko-KR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/ </a:t>
              </a:r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제언</a:t>
              </a:r>
              <a:endParaRPr lang="ko-KR" altLang="en-US" sz="1400" dirty="0">
                <a:solidFill>
                  <a:srgbClr val="555555"/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9C70A13-4F59-B104-19F3-1DDD6A97A462}"/>
              </a:ext>
            </a:extLst>
          </p:cNvPr>
          <p:cNvGrpSpPr/>
          <p:nvPr/>
        </p:nvGrpSpPr>
        <p:grpSpPr>
          <a:xfrm>
            <a:off x="845213" y="2024115"/>
            <a:ext cx="8187868" cy="4254570"/>
            <a:chOff x="859066" y="2192904"/>
            <a:chExt cx="8187868" cy="3191528"/>
          </a:xfrm>
        </p:grpSpPr>
        <p:sp>
          <p:nvSpPr>
            <p:cNvPr id="30" name="Text Box 188">
              <a:extLst>
                <a:ext uri="{FF2B5EF4-FFF2-40B4-BE49-F238E27FC236}">
                  <a16:creationId xmlns:a16="http://schemas.microsoft.com/office/drawing/2014/main" id="{AE9C2FF3-FF84-F771-E392-6369B0948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5284" y="2192904"/>
              <a:ext cx="4119301" cy="1176143"/>
            </a:xfrm>
            <a:prstGeom prst="roundRect">
              <a:avLst>
                <a:gd name="adj" fmla="val 4014"/>
              </a:avLst>
            </a:prstGeom>
            <a:solidFill>
              <a:sysClr val="window" lastClr="FFFFFF"/>
            </a:solidFill>
            <a:ln w="6350">
              <a:solidFill>
                <a:sysClr val="window" lastClr="FFFFFF">
                  <a:lumMod val="75000"/>
                </a:sysClr>
              </a:solidFill>
            </a:ln>
          </p:spPr>
          <p:txBody>
            <a:bodyPr lIns="0" rIns="0" anchor="ctr" anchorCtr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marL="269875" indent="-182563" latinLnBrk="0">
                <a:lnSpc>
                  <a:spcPct val="110000"/>
                </a:lnSpc>
                <a:spcBef>
                  <a:spcPts val="300"/>
                </a:spcBef>
                <a:buFont typeface="Wingdings" panose="05000000000000000000" pitchFamily="2" charset="2"/>
                <a:buChar char="ü"/>
                <a:tabLst>
                  <a:tab pos="0" algn="l"/>
                  <a:tab pos="180975" algn="l"/>
                </a:tabLst>
              </a:pPr>
              <a:r>
                <a:rPr lang="ko-KR" altLang="en-US" sz="1000" kern="0" spc="-60" dirty="0" err="1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ㅁㅁㅁ</a:t>
              </a:r>
              <a:endParaRPr lang="en-US" altLang="ko-KR" sz="1000" kern="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  <a:p>
              <a:pPr marL="357188" indent="-176213" latinLnBrk="0">
                <a:lnSpc>
                  <a:spcPct val="110000"/>
                </a:lnSpc>
                <a:spcBef>
                  <a:spcPts val="300"/>
                </a:spcBef>
                <a:buFont typeface="기아 Medium" panose="020B0600000101010101" pitchFamily="50" charset="-127"/>
                <a:buChar char="‐"/>
                <a:tabLst>
                  <a:tab pos="0" algn="l"/>
                  <a:tab pos="180975" algn="l"/>
                </a:tabLst>
              </a:pPr>
              <a:r>
                <a:rPr lang="ko-KR" altLang="en-US" sz="1000" b="1" kern="0" spc="-60" dirty="0" err="1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ㅇㅇㅇ</a:t>
              </a:r>
              <a:endParaRPr lang="en-US" altLang="ko-KR" sz="1000" b="1" kern="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endParaRPr>
            </a:p>
            <a:p>
              <a:pPr marL="269875" indent="-182563" latinLnBrk="0">
                <a:lnSpc>
                  <a:spcPct val="110000"/>
                </a:lnSpc>
                <a:spcBef>
                  <a:spcPts val="300"/>
                </a:spcBef>
                <a:buFont typeface="Wingdings" panose="05000000000000000000" pitchFamily="2" charset="2"/>
                <a:buChar char="ü"/>
                <a:tabLst>
                  <a:tab pos="0" algn="l"/>
                  <a:tab pos="180975" algn="l"/>
                </a:tabLst>
              </a:pPr>
              <a:r>
                <a:rPr lang="ko-KR" altLang="en-US" sz="1000" kern="0" spc="-60" dirty="0" err="1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ㅁㅁㅁ</a:t>
              </a:r>
              <a:endParaRPr lang="en-US" altLang="ko-KR" sz="1000" kern="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  <a:p>
              <a:pPr marL="357188" indent="-176213" latinLnBrk="0">
                <a:lnSpc>
                  <a:spcPct val="110000"/>
                </a:lnSpc>
                <a:spcBef>
                  <a:spcPts val="300"/>
                </a:spcBef>
                <a:buFont typeface="기아 Medium" panose="020B0600000101010101" pitchFamily="50" charset="-127"/>
                <a:buChar char="‐"/>
                <a:tabLst>
                  <a:tab pos="0" algn="l"/>
                  <a:tab pos="180975" algn="l"/>
                </a:tabLst>
              </a:pPr>
              <a:r>
                <a:rPr lang="ko-KR" altLang="en-US" sz="1000" b="1" kern="0" spc="-60" dirty="0" err="1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ㅇㅇㅇ</a:t>
              </a:r>
              <a:endParaRPr lang="en-US" altLang="ko-KR" sz="1000" b="1" kern="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endParaRPr>
            </a:p>
            <a:p>
              <a:pPr marL="357188" indent="-176213" latinLnBrk="0">
                <a:lnSpc>
                  <a:spcPct val="110000"/>
                </a:lnSpc>
                <a:spcBef>
                  <a:spcPts val="300"/>
                </a:spcBef>
                <a:buFont typeface="기아 Medium" panose="020B0600000101010101" pitchFamily="50" charset="-127"/>
                <a:buChar char="‐"/>
                <a:tabLst>
                  <a:tab pos="0" algn="l"/>
                  <a:tab pos="180975" algn="l"/>
                </a:tabLst>
              </a:pPr>
              <a:r>
                <a:rPr lang="ko-KR" altLang="en-US" sz="1000" b="1" kern="0" spc="-100" dirty="0" err="1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ㅇㅇㅇ</a:t>
              </a:r>
              <a:endParaRPr lang="en-US" altLang="ko-KR" sz="1000" b="1" kern="0" spc="-10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31" name="Text Box 188">
              <a:extLst>
                <a:ext uri="{FF2B5EF4-FFF2-40B4-BE49-F238E27FC236}">
                  <a16:creationId xmlns:a16="http://schemas.microsoft.com/office/drawing/2014/main" id="{03601D68-49E8-0613-CCBB-7A8821A40E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0922" y="2203981"/>
              <a:ext cx="2976012" cy="1460307"/>
            </a:xfrm>
            <a:prstGeom prst="roundRect">
              <a:avLst>
                <a:gd name="adj" fmla="val 0"/>
              </a:avLst>
            </a:prstGeom>
            <a:solidFill>
              <a:srgbClr val="D9EEF8"/>
            </a:solidFill>
            <a:ln w="6350">
              <a:solidFill>
                <a:sysClr val="window" lastClr="FFFFFF">
                  <a:lumMod val="75000"/>
                </a:sysClr>
              </a:solidFill>
            </a:ln>
          </p:spPr>
          <p:txBody>
            <a:bodyPr lIns="72000" rIns="72000" anchor="ctr" anchorCtr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marL="269875" marR="0" lvl="0" indent="-182563" defTabSz="914400" eaLnBrk="0" fontAlgn="auto" latinLnBrk="0" hangingPunct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b="1" kern="0" spc="-40" dirty="0" err="1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ㅁㅁㅁ</a:t>
              </a:r>
              <a:endParaRPr kumimoji="1" lang="en-US" altLang="ko-KR" sz="1000" b="1" i="0" u="none" strike="noStrike" kern="0" cap="none" spc="-40" normalizeH="0" baseline="0" noProof="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</a:endParaRPr>
            </a:p>
            <a:p>
              <a:pPr marL="269875" marR="0" lvl="0" indent="-182563" defTabSz="914400" eaLnBrk="0" fontAlgn="auto" latinLnBrk="0" hangingPunct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Noto Sans CJK KR Bold" panose="020B0800000000000000" pitchFamily="34" charset="-127"/>
                <a:buChar char="→"/>
                <a:tabLst/>
                <a:defRPr/>
              </a:pPr>
              <a:r>
                <a:rPr lang="ko-KR" altLang="en-US" sz="1000" b="1" kern="0" spc="-40" dirty="0" err="1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  <a:sym typeface="Wingdings" panose="05000000000000000000" pitchFamily="2" charset="2"/>
                </a:rPr>
                <a:t>ㅇㅇㅇ</a:t>
              </a:r>
              <a:endParaRPr lang="en-US" altLang="ko-KR" sz="1000" b="1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sym typeface="Wingdings" panose="05000000000000000000" pitchFamily="2" charset="2"/>
              </a:endParaRPr>
            </a:p>
            <a:p>
              <a:pPr marL="269875" lvl="0" indent="-182563" latinLnBrk="0">
                <a:lnSpc>
                  <a:spcPct val="120000"/>
                </a:lnSpc>
                <a:spcBef>
                  <a:spcPts val="300"/>
                </a:spcBef>
                <a:buFont typeface="Noto Sans CJK KR Bold" panose="020B0800000000000000" pitchFamily="34" charset="-127"/>
                <a:buChar char="→"/>
                <a:defRPr/>
              </a:pPr>
              <a:r>
                <a:rPr lang="ko-KR" altLang="en-US" sz="1000" b="1" kern="0" spc="-40" dirty="0" err="1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  <a:sym typeface="Wingdings" panose="05000000000000000000" pitchFamily="2" charset="2"/>
                </a:rPr>
                <a:t>ㅇㅇㅇ</a:t>
              </a:r>
              <a:endParaRPr lang="en-US" altLang="ko-KR" sz="1000" b="1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sym typeface="Wingdings" panose="05000000000000000000" pitchFamily="2" charset="2"/>
              </a:endParaRPr>
            </a:p>
          </p:txBody>
        </p:sp>
        <p:sp>
          <p:nvSpPr>
            <p:cNvPr id="32" name="Rectangle 189">
              <a:extLst>
                <a:ext uri="{FF2B5EF4-FFF2-40B4-BE49-F238E27FC236}">
                  <a16:creationId xmlns:a16="http://schemas.microsoft.com/office/drawing/2014/main" id="{3C64D693-458D-2EAA-7637-6A87AD05D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066" y="2192908"/>
              <a:ext cx="480784" cy="3101916"/>
            </a:xfrm>
            <a:prstGeom prst="roundRect">
              <a:avLst>
                <a:gd name="adj" fmla="val 10579"/>
              </a:avLst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/>
            </a:ln>
            <a:effectLst/>
          </p:spPr>
          <p:txBody>
            <a:bodyPr wrap="square" lIns="0" tIns="58500" rIns="0" bIns="58500" rtlCol="0" anchor="ctr">
              <a:noAutofit/>
            </a:bodyPr>
            <a:lstStyle>
              <a:lvl1pPr defTabSz="892175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defTabSz="892175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defTabSz="892175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defTabSz="892175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defTabSz="892175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algn="ctr" defTabSz="8921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algn="ctr" defTabSz="8921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algn="ctr" defTabSz="8921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algn="ctr" defTabSz="8921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defTabSz="914400" eaLnBrk="1" fontAlgn="base" hangingPunct="1">
                <a:lnSpc>
                  <a:spcPct val="110000"/>
                </a:lnSpc>
                <a:spcBef>
                  <a:spcPts val="200"/>
                </a:spcBef>
                <a:defRPr/>
              </a:pPr>
              <a:r>
                <a:rPr lang="ko-KR" altLang="en-US" sz="1200" spc="-6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+mj-ea"/>
                  <a:ea typeface="+mj-ea"/>
                </a:rPr>
                <a:t>내용</a:t>
              </a:r>
            </a:p>
          </p:txBody>
        </p:sp>
        <p:sp>
          <p:nvSpPr>
            <p:cNvPr id="12" name="Text Box 188">
              <a:extLst>
                <a:ext uri="{FF2B5EF4-FFF2-40B4-BE49-F238E27FC236}">
                  <a16:creationId xmlns:a16="http://schemas.microsoft.com/office/drawing/2014/main" id="{6335A4D0-53CD-CCEB-F11F-6FAE707944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4901" y="3383931"/>
              <a:ext cx="4119301" cy="1053861"/>
            </a:xfrm>
            <a:prstGeom prst="roundRect">
              <a:avLst>
                <a:gd name="adj" fmla="val 3586"/>
              </a:avLst>
            </a:prstGeom>
            <a:solidFill>
              <a:sysClr val="window" lastClr="FFFFFF"/>
            </a:solidFill>
            <a:ln w="6350">
              <a:solidFill>
                <a:sysClr val="window" lastClr="FFFFFF">
                  <a:lumMod val="75000"/>
                </a:sysClr>
              </a:solidFill>
            </a:ln>
          </p:spPr>
          <p:txBody>
            <a:bodyPr lIns="0" rIns="0" anchor="ctr" anchorCtr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marL="269875" marR="0" lvl="0" indent="-182563" algn="l" defTabSz="9144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>
                  <a:tab pos="0" algn="l"/>
                  <a:tab pos="180975" algn="l"/>
                </a:tabLst>
                <a:defRPr/>
              </a:pPr>
              <a:r>
                <a:rPr kumimoji="0" lang="ko-KR" altLang="en-US" sz="1000" b="0" i="0" u="none" strike="noStrike" kern="0" cap="none" spc="-60" normalizeH="0" baseline="0" noProof="0" dirty="0" err="1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Noto Sans CJK KR Bold"/>
                  <a:ea typeface="Noto Sans CJK KR Bold"/>
                  <a:cs typeface="+mn-cs"/>
                </a:rPr>
                <a:t>ㅁㅁㅁ</a:t>
              </a:r>
              <a:endParaRPr kumimoji="0" lang="en-US" altLang="ko-KR" sz="1000" b="0" i="0" u="none" strike="noStrike" kern="0" cap="none" spc="-60" normalizeH="0" baseline="0" noProof="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 CJK KR Bold"/>
                <a:ea typeface="Noto Sans CJK KR Bold"/>
                <a:cs typeface="+mn-cs"/>
              </a:endParaRPr>
            </a:p>
            <a:p>
              <a:pPr marL="357188" marR="0" lvl="0" indent="-176213" algn="l" defTabSz="9144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기아 Medium" panose="020B0600000101010101" pitchFamily="50" charset="-127"/>
                <a:buChar char="‐"/>
                <a:tabLst>
                  <a:tab pos="0" algn="l"/>
                  <a:tab pos="180975" algn="l"/>
                </a:tabLst>
                <a:defRPr/>
              </a:pPr>
              <a:r>
                <a:rPr kumimoji="0" lang="ko-KR" altLang="en-US" sz="1000" b="1" i="0" u="none" strike="noStrike" kern="0" cap="none" spc="-60" normalizeH="0" baseline="0" noProof="0" dirty="0" err="1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Noto Sans CJK KR DemiLight"/>
                  <a:ea typeface="Noto Sans CJK KR DemiLight"/>
                  <a:cs typeface="+mn-cs"/>
                </a:rPr>
                <a:t>ㅇㅇㅇ</a:t>
              </a:r>
              <a:endParaRPr kumimoji="0" lang="en-US" altLang="ko-KR" sz="1000" b="1" i="0" u="none" strike="noStrike" kern="0" cap="none" spc="-60" normalizeH="0" baseline="0" noProof="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 CJK KR DemiLight"/>
                <a:ea typeface="Noto Sans CJK KR DemiLight"/>
                <a:cs typeface="+mn-cs"/>
              </a:endParaRPr>
            </a:p>
            <a:p>
              <a:pPr marL="357188" marR="0" lvl="0" indent="-176213" algn="l" defTabSz="9144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기아 Medium" panose="020B0600000101010101" pitchFamily="50" charset="-127"/>
                <a:buChar char="‐"/>
                <a:tabLst>
                  <a:tab pos="0" algn="l"/>
                  <a:tab pos="180975" algn="l"/>
                </a:tabLst>
                <a:defRPr/>
              </a:pPr>
              <a:r>
                <a:rPr kumimoji="0" lang="ko-KR" altLang="en-US" sz="1000" b="1" i="0" u="none" strike="noStrike" kern="0" cap="none" spc="-100" normalizeH="0" baseline="0" noProof="0" dirty="0" err="1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Noto Sans CJK KR DemiLight"/>
                  <a:ea typeface="Noto Sans CJK KR DemiLight"/>
                  <a:cs typeface="+mn-cs"/>
                </a:rPr>
                <a:t>ㅇㅇㅇ</a:t>
              </a:r>
              <a:endParaRPr lang="en-US" altLang="ko-KR" sz="1000" b="1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3" name="Text Box 188">
              <a:extLst>
                <a:ext uri="{FF2B5EF4-FFF2-40B4-BE49-F238E27FC236}">
                  <a16:creationId xmlns:a16="http://schemas.microsoft.com/office/drawing/2014/main" id="{C7803ED4-29C0-EF0B-293C-E07C1A5B5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0922" y="3747419"/>
              <a:ext cx="2976012" cy="1547405"/>
            </a:xfrm>
            <a:prstGeom prst="roundRect">
              <a:avLst>
                <a:gd name="adj" fmla="val 0"/>
              </a:avLst>
            </a:prstGeom>
            <a:solidFill>
              <a:srgbClr val="D9EEF8"/>
            </a:solidFill>
            <a:ln w="6350">
              <a:solidFill>
                <a:sysClr val="window" lastClr="FFFFFF">
                  <a:lumMod val="75000"/>
                </a:sysClr>
              </a:solidFill>
            </a:ln>
          </p:spPr>
          <p:txBody>
            <a:bodyPr lIns="72000" rIns="72000" anchor="ctr" anchorCtr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marL="269875" marR="0" lvl="0" indent="-182563" algn="l" defTabSz="914400" rtl="0" eaLnBrk="0" fontAlgn="auto" latinLnBrk="0" hangingPunct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ko-KR" altLang="en-US" sz="1000" b="1" i="0" u="none" strike="noStrike" kern="0" cap="none" spc="-40" normalizeH="0" baseline="0" noProof="0" dirty="0" err="1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Noto Sans CJK KR Bold"/>
                  <a:ea typeface="Noto Sans CJK KR Bold"/>
                  <a:cs typeface="+mn-cs"/>
                </a:rPr>
                <a:t>ㅁㅁㅁ</a:t>
              </a:r>
              <a:endParaRPr kumimoji="1" lang="en-US" altLang="ko-KR" sz="1000" b="1" i="0" u="none" strike="noStrike" kern="0" cap="none" spc="-40" normalizeH="0" baseline="0" noProof="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 CJK KR Bold"/>
                <a:ea typeface="Noto Sans CJK KR Bold"/>
                <a:cs typeface="+mn-cs"/>
              </a:endParaRPr>
            </a:p>
            <a:p>
              <a:pPr marL="269875" marR="0" lvl="0" indent="-182563" algn="l" defTabSz="914400" rtl="0" eaLnBrk="0" fontAlgn="auto" latinLnBrk="0" hangingPunct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Noto Sans CJK KR Bold" panose="020B0800000000000000" pitchFamily="34" charset="-127"/>
                <a:buChar char="→"/>
                <a:tabLst/>
                <a:defRPr/>
              </a:pPr>
              <a:r>
                <a:rPr kumimoji="0" lang="ko-KR" altLang="en-US" sz="1000" b="1" i="0" u="none" strike="noStrike" kern="0" cap="none" spc="-40" normalizeH="0" baseline="0" noProof="0" dirty="0" err="1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Noto Sans CJK KR DemiLight"/>
                  <a:ea typeface="Noto Sans CJK KR DemiLight"/>
                  <a:cs typeface="+mn-cs"/>
                  <a:sym typeface="Wingdings" panose="05000000000000000000" pitchFamily="2" charset="2"/>
                </a:rPr>
                <a:t>ㅇㅇㅇ</a:t>
              </a:r>
              <a:endParaRPr kumimoji="0" lang="en-US" altLang="ko-KR" sz="1000" b="1" i="0" u="none" strike="noStrike" kern="0" cap="none" spc="-40" normalizeH="0" baseline="0" noProof="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 CJK KR DemiLight"/>
                <a:ea typeface="Noto Sans CJK KR DemiLight"/>
                <a:cs typeface="+mn-cs"/>
                <a:sym typeface="Wingdings" panose="05000000000000000000" pitchFamily="2" charset="2"/>
              </a:endParaRPr>
            </a:p>
            <a:p>
              <a:pPr marL="269875" marR="0" lvl="0" indent="-182563" algn="l" defTabSz="914400" rtl="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Noto Sans CJK KR Bold" panose="020B0800000000000000" pitchFamily="34" charset="-127"/>
                <a:buChar char="→"/>
                <a:tabLst/>
                <a:defRPr/>
              </a:pPr>
              <a:r>
                <a:rPr kumimoji="0" lang="ko-KR" altLang="en-US" sz="1000" b="1" i="0" u="none" strike="noStrike" kern="0" cap="none" spc="-40" normalizeH="0" baseline="0" noProof="0" dirty="0" err="1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Noto Sans CJK KR DemiLight"/>
                  <a:ea typeface="Noto Sans CJK KR DemiLight"/>
                  <a:cs typeface="+mn-cs"/>
                  <a:sym typeface="Wingdings" panose="05000000000000000000" pitchFamily="2" charset="2"/>
                </a:rPr>
                <a:t>ㅇㅇㅇ</a:t>
              </a:r>
              <a:endParaRPr kumimoji="0" lang="en-US" altLang="ko-KR" sz="1000" b="1" i="0" u="none" strike="noStrike" kern="0" cap="none" spc="-40" normalizeH="0" baseline="0" noProof="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 CJK KR DemiLight"/>
                <a:ea typeface="Noto Sans CJK KR DemiLight"/>
                <a:cs typeface="+mn-cs"/>
                <a:sym typeface="Wingdings" panose="05000000000000000000" pitchFamily="2" charset="2"/>
              </a:endParaRPr>
            </a:p>
          </p:txBody>
        </p:sp>
        <p:sp>
          <p:nvSpPr>
            <p:cNvPr id="14" name="자유형 89">
              <a:extLst>
                <a:ext uri="{FF2B5EF4-FFF2-40B4-BE49-F238E27FC236}">
                  <a16:creationId xmlns:a16="http://schemas.microsoft.com/office/drawing/2014/main" id="{52D420EC-F340-BBEE-F51F-9440C78E92D5}"/>
                </a:ext>
              </a:extLst>
            </p:cNvPr>
            <p:cNvSpPr/>
            <p:nvPr/>
          </p:nvSpPr>
          <p:spPr>
            <a:xfrm>
              <a:off x="5590138" y="2217582"/>
              <a:ext cx="347437" cy="3166850"/>
            </a:xfrm>
            <a:custGeom>
              <a:avLst/>
              <a:gdLst>
                <a:gd name="connsiteX0" fmla="*/ 0 w 1346200"/>
                <a:gd name="connsiteY0" fmla="*/ 0 h 4282783"/>
                <a:gd name="connsiteX1" fmla="*/ 28962 w 1346200"/>
                <a:gd name="connsiteY1" fmla="*/ 209432 h 4282783"/>
                <a:gd name="connsiteX2" fmla="*/ 557577 w 1346200"/>
                <a:gd name="connsiteY2" fmla="*/ 1499903 h 4282783"/>
                <a:gd name="connsiteX3" fmla="*/ 635000 w 1346200"/>
                <a:gd name="connsiteY3" fmla="*/ 1539765 h 4282783"/>
                <a:gd name="connsiteX4" fmla="*/ 635000 w 1346200"/>
                <a:gd name="connsiteY4" fmla="*/ 955817 h 4282783"/>
                <a:gd name="connsiteX5" fmla="*/ 1346200 w 1346200"/>
                <a:gd name="connsiteY5" fmla="*/ 2149617 h 4282783"/>
                <a:gd name="connsiteX6" fmla="*/ 635000 w 1346200"/>
                <a:gd name="connsiteY6" fmla="*/ 3343417 h 4282783"/>
                <a:gd name="connsiteX7" fmla="*/ 635000 w 1346200"/>
                <a:gd name="connsiteY7" fmla="*/ 2756549 h 4282783"/>
                <a:gd name="connsiteX8" fmla="*/ 557577 w 1346200"/>
                <a:gd name="connsiteY8" fmla="*/ 2782879 h 4282783"/>
                <a:gd name="connsiteX9" fmla="*/ 28962 w 1346200"/>
                <a:gd name="connsiteY9" fmla="*/ 4073351 h 4282783"/>
                <a:gd name="connsiteX10" fmla="*/ 0 w 1346200"/>
                <a:gd name="connsiteY10" fmla="*/ 4282783 h 428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6200" h="4282783">
                  <a:moveTo>
                    <a:pt x="0" y="0"/>
                  </a:moveTo>
                  <a:lnTo>
                    <a:pt x="28962" y="209432"/>
                  </a:lnTo>
                  <a:cubicBezTo>
                    <a:pt x="140463" y="863597"/>
                    <a:pt x="331517" y="1343848"/>
                    <a:pt x="557577" y="1499903"/>
                  </a:cubicBezTo>
                  <a:lnTo>
                    <a:pt x="635000" y="1539765"/>
                  </a:lnTo>
                  <a:lnTo>
                    <a:pt x="635000" y="955817"/>
                  </a:lnTo>
                  <a:lnTo>
                    <a:pt x="1346200" y="2149617"/>
                  </a:lnTo>
                  <a:lnTo>
                    <a:pt x="635000" y="3343417"/>
                  </a:lnTo>
                  <a:lnTo>
                    <a:pt x="635000" y="2756549"/>
                  </a:lnTo>
                  <a:lnTo>
                    <a:pt x="557577" y="2782879"/>
                  </a:lnTo>
                  <a:cubicBezTo>
                    <a:pt x="331517" y="2938935"/>
                    <a:pt x="140463" y="3419186"/>
                    <a:pt x="28962" y="4073351"/>
                  </a:cubicBezTo>
                  <a:lnTo>
                    <a:pt x="0" y="4282783"/>
                  </a:lnTo>
                  <a:close/>
                </a:path>
              </a:pathLst>
            </a:custGeom>
            <a:solidFill>
              <a:srgbClr val="D9D9D9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40" dirty="0">
                <a:ln>
                  <a:solidFill>
                    <a:srgbClr val="4DB848">
                      <a:alpha val="0"/>
                    </a:srgbClr>
                  </a:solidFill>
                </a:ln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</p:grpSp>
      <p:sp>
        <p:nvSpPr>
          <p:cNvPr id="3" name="Text Box 188">
            <a:extLst>
              <a:ext uri="{FF2B5EF4-FFF2-40B4-BE49-F238E27FC236}">
                <a16:creationId xmlns:a16="http://schemas.microsoft.com/office/drawing/2014/main" id="{EEB1806F-EC05-21FB-D137-1EFB170B4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048" y="5036574"/>
            <a:ext cx="4119301" cy="1122654"/>
          </a:xfrm>
          <a:prstGeom prst="roundRect">
            <a:avLst>
              <a:gd name="adj" fmla="val 3586"/>
            </a:avLst>
          </a:prstGeom>
          <a:solidFill>
            <a:sysClr val="window" lastClr="FFFFFF"/>
          </a:solidFill>
          <a:ln w="6350">
            <a:solidFill>
              <a:sysClr val="window" lastClr="FFFFFF">
                <a:lumMod val="75000"/>
              </a:sysClr>
            </a:solidFill>
          </a:ln>
        </p:spPr>
        <p:txBody>
          <a:bodyPr lIns="0" rIns="0" anchor="ctr" anchorCtr="0"/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marL="269875" marR="0" lvl="0" indent="-182563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0" algn="l"/>
                <a:tab pos="180975" algn="l"/>
              </a:tabLst>
              <a:defRPr/>
            </a:pPr>
            <a:r>
              <a:rPr kumimoji="0" lang="ko-KR" altLang="en-US" sz="1000" b="0" i="0" u="none" strike="noStrike" kern="0" cap="none" spc="-60" normalizeH="0" baseline="0" noProof="0" dirty="0" err="1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 CJK KR Bold"/>
                <a:ea typeface="Noto Sans CJK KR Bold"/>
                <a:cs typeface="+mn-cs"/>
              </a:rPr>
              <a:t>ㅁㅁㅁ</a:t>
            </a:r>
            <a:endParaRPr kumimoji="0" lang="en-US" altLang="ko-KR" sz="1000" b="0" i="0" u="none" strike="noStrike" kern="0" cap="none" spc="-60" normalizeH="0" baseline="0" noProof="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Noto Sans CJK KR Bold"/>
              <a:ea typeface="Noto Sans CJK KR Bold"/>
              <a:cs typeface="+mn-cs"/>
            </a:endParaRPr>
          </a:p>
          <a:p>
            <a:pPr marL="357188" marR="0" lvl="0" indent="-176213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기아 Medium" panose="020B0600000101010101" pitchFamily="50" charset="-127"/>
              <a:buChar char="‐"/>
              <a:tabLst>
                <a:tab pos="0" algn="l"/>
                <a:tab pos="180975" algn="l"/>
              </a:tabLst>
              <a:defRPr/>
            </a:pPr>
            <a:r>
              <a:rPr kumimoji="0" lang="ko-KR" altLang="en-US" sz="1000" b="1" i="0" u="none" strike="noStrike" kern="0" cap="none" spc="-60" normalizeH="0" baseline="0" noProof="0" dirty="0" err="1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 CJK KR DemiLight"/>
                <a:ea typeface="Noto Sans CJK KR DemiLight"/>
                <a:cs typeface="+mn-cs"/>
              </a:rPr>
              <a:t>ㅇㅇㅇ</a:t>
            </a:r>
            <a:endParaRPr kumimoji="0" lang="en-US" altLang="ko-KR" sz="1000" b="1" i="0" u="none" strike="noStrike" kern="0" cap="none" spc="-60" normalizeH="0" baseline="0" noProof="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Noto Sans CJK KR DemiLight"/>
              <a:ea typeface="Noto Sans CJK KR DemiLight"/>
              <a:cs typeface="+mn-cs"/>
            </a:endParaRPr>
          </a:p>
          <a:p>
            <a:pPr marL="357188" marR="0" lvl="0" indent="-176213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기아 Medium" panose="020B0600000101010101" pitchFamily="50" charset="-127"/>
              <a:buChar char="‐"/>
              <a:tabLst>
                <a:tab pos="0" algn="l"/>
                <a:tab pos="180975" algn="l"/>
              </a:tabLst>
              <a:defRPr/>
            </a:pPr>
            <a:r>
              <a:rPr kumimoji="0" lang="ko-KR" altLang="en-US" sz="1000" b="1" i="0" u="none" strike="noStrike" kern="0" cap="none" spc="-100" normalizeH="0" baseline="0" noProof="0" dirty="0" err="1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 CJK KR DemiLight"/>
                <a:ea typeface="Noto Sans CJK KR DemiLight"/>
                <a:cs typeface="+mn-cs"/>
              </a:rPr>
              <a:t>ㅇㅇㅇ</a:t>
            </a:r>
            <a:endParaRPr lang="en-US" altLang="ko-KR" sz="1000" b="1" kern="0" spc="-4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46090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5A2BF-F287-E0B4-8806-8E5C2D785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10CE4-0B5B-3EE6-8815-EDD7F9DE9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Appendix</a:t>
            </a:r>
            <a:endParaRPr lang="ko-KR" altLang="en-US" dirty="0"/>
          </a:p>
        </p:txBody>
      </p:sp>
      <p:sp>
        <p:nvSpPr>
          <p:cNvPr id="3" name="텍스트 개체 틀 13">
            <a:extLst>
              <a:ext uri="{FF2B5EF4-FFF2-40B4-BE49-F238E27FC236}">
                <a16:creationId xmlns:a16="http://schemas.microsoft.com/office/drawing/2014/main" id="{D2D57172-28DE-8A03-0454-9320C867C6E3}"/>
              </a:ext>
            </a:extLst>
          </p:cNvPr>
          <p:cNvSpPr txBox="1">
            <a:spLocks/>
          </p:cNvSpPr>
          <p:nvPr/>
        </p:nvSpPr>
        <p:spPr>
          <a:xfrm>
            <a:off x="1025304" y="3181376"/>
            <a:ext cx="8065914" cy="369320"/>
          </a:xfrm>
          <a:prstGeom prst="rect">
            <a:avLst/>
          </a:prstGeom>
        </p:spPr>
        <p:txBody>
          <a:bodyPr/>
          <a:lstStyle>
            <a:lvl1pPr marL="185738" indent="-185738" algn="l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1pPr>
            <a:lvl2pPr marL="5572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9286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13001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16716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0431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indent="-266700" defTabSz="914400">
              <a:lnSpc>
                <a:spcPct val="150000"/>
              </a:lnSpc>
              <a:spcBef>
                <a:spcPts val="200"/>
              </a:spcBef>
              <a:buFont typeface="기아 Medium" panose="020B0600000101010101" pitchFamily="50" charset="-127"/>
              <a:buChar char="‐"/>
              <a:defRPr/>
            </a:pPr>
            <a:r>
              <a:rPr lang="ko-KR" altLang="en-US" sz="2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교육 스케치</a:t>
            </a:r>
            <a:endParaRPr lang="en-US" altLang="ko-KR" sz="20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+mj-ea"/>
              <a:ea typeface="+mj-ea"/>
            </a:endParaRPr>
          </a:p>
          <a:p>
            <a:pPr marL="628650" indent="-266700" defTabSz="914400">
              <a:lnSpc>
                <a:spcPct val="150000"/>
              </a:lnSpc>
              <a:spcBef>
                <a:spcPts val="200"/>
              </a:spcBef>
              <a:buFont typeface="기아 Medium" panose="020B0600000101010101" pitchFamily="50" charset="-127"/>
              <a:buChar char="‐"/>
              <a:defRPr/>
            </a:pPr>
            <a:r>
              <a:rPr lang="ko-KR" altLang="en-US" sz="2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교육 참석자 명단</a:t>
            </a:r>
            <a:endParaRPr lang="en-US" altLang="ko-KR" sz="20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+mj-ea"/>
              <a:ea typeface="+mj-ea"/>
            </a:endParaRPr>
          </a:p>
          <a:p>
            <a:pPr marL="628650" indent="-266700" defTabSz="914400">
              <a:lnSpc>
                <a:spcPct val="150000"/>
              </a:lnSpc>
              <a:spcBef>
                <a:spcPts val="200"/>
              </a:spcBef>
              <a:buFont typeface="기아 Medium" panose="020B0600000101010101" pitchFamily="50" charset="-127"/>
              <a:buChar char="‐"/>
              <a:defRPr/>
            </a:pPr>
            <a:r>
              <a:rPr lang="ko-KR" altLang="en-US" sz="2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강사 프로필</a:t>
            </a:r>
          </a:p>
          <a:p>
            <a:pPr marL="628650" indent="-266700" defTabSz="914400">
              <a:lnSpc>
                <a:spcPct val="150000"/>
              </a:lnSpc>
              <a:spcBef>
                <a:spcPts val="200"/>
              </a:spcBef>
              <a:buFont typeface="기아 Medium" panose="020B0600000101010101" pitchFamily="50" charset="-127"/>
              <a:buChar char="‐"/>
              <a:defRPr/>
            </a:pPr>
            <a:r>
              <a:rPr lang="ko-KR" altLang="en-US" sz="2000" spc="-6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설문 </a:t>
            </a:r>
            <a:r>
              <a:rPr lang="ko-KR" altLang="en-US" sz="2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j-ea"/>
                <a:ea typeface="+mj-ea"/>
              </a:rPr>
              <a:t>문항</a:t>
            </a:r>
          </a:p>
          <a:p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8332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017C6-51FF-F4CE-5173-1AE24380D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 descr="텍스트, 실내, 사람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3C386B-C10E-E971-DDE7-6657B3831E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84"/>
          <a:stretch>
            <a:fillRect/>
          </a:stretch>
        </p:blipFill>
        <p:spPr>
          <a:xfrm>
            <a:off x="6471771" y="4077218"/>
            <a:ext cx="2600270" cy="1864710"/>
          </a:xfrm>
          <a:prstGeom prst="rect">
            <a:avLst/>
          </a:prstGeom>
        </p:spPr>
      </p:pic>
      <p:pic>
        <p:nvPicPr>
          <p:cNvPr id="26" name="그림 25" descr="의류, 사람, 배우기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1CA22D-4390-2EFB-F416-EC1086F465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24"/>
          <a:stretch>
            <a:fillRect/>
          </a:stretch>
        </p:blipFill>
        <p:spPr>
          <a:xfrm>
            <a:off x="6471771" y="1782426"/>
            <a:ext cx="2594157" cy="1888718"/>
          </a:xfrm>
          <a:prstGeom prst="rect">
            <a:avLst/>
          </a:prstGeom>
        </p:spPr>
      </p:pic>
      <p:pic>
        <p:nvPicPr>
          <p:cNvPr id="20" name="그림 19" descr="의류, 사람, 배우기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05F67C-7DE7-4258-B03B-DEBFFF7F35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9"/>
          <a:stretch>
            <a:fillRect/>
          </a:stretch>
        </p:blipFill>
        <p:spPr>
          <a:xfrm>
            <a:off x="3768458" y="4077219"/>
            <a:ext cx="2596881" cy="1864710"/>
          </a:xfrm>
          <a:prstGeom prst="rect">
            <a:avLst/>
          </a:prstGeom>
        </p:spPr>
      </p:pic>
      <p:pic>
        <p:nvPicPr>
          <p:cNvPr id="18" name="그림 17" descr="의류, 사람, 배우기, 사람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7D031E-486E-C030-559A-AEE424489D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3019"/>
          <a:stretch>
            <a:fillRect/>
          </a:stretch>
        </p:blipFill>
        <p:spPr>
          <a:xfrm>
            <a:off x="3768460" y="1782427"/>
            <a:ext cx="2596681" cy="1888718"/>
          </a:xfrm>
          <a:prstGeom prst="rect">
            <a:avLst/>
          </a:prstGeom>
        </p:spPr>
      </p:pic>
      <p:pic>
        <p:nvPicPr>
          <p:cNvPr id="14" name="그림 13" descr="의류, 인간의 얼굴, 사람, 여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D3D74E-3218-6062-D994-AE3177D7A76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53"/>
          <a:stretch>
            <a:fillRect/>
          </a:stretch>
        </p:blipFill>
        <p:spPr>
          <a:xfrm>
            <a:off x="811162" y="4086836"/>
            <a:ext cx="2613337" cy="1855093"/>
          </a:xfrm>
          <a:prstGeom prst="rect">
            <a:avLst/>
          </a:prstGeom>
        </p:spPr>
      </p:pic>
      <p:pic>
        <p:nvPicPr>
          <p:cNvPr id="12" name="그림 11" descr="의류, 인간의 얼굴, 사람, 미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18938B-3ED3-7884-7A1A-E8171C48DE7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56"/>
          <a:stretch>
            <a:fillRect/>
          </a:stretch>
        </p:blipFill>
        <p:spPr>
          <a:xfrm>
            <a:off x="811162" y="1800165"/>
            <a:ext cx="2596682" cy="183735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DD642C3-8291-286B-788B-32E968789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103" y="649288"/>
            <a:ext cx="8484592" cy="441699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교육 스케치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0D8E8FC-D950-C3B8-2067-719E8C15CCED}"/>
              </a:ext>
            </a:extLst>
          </p:cNvPr>
          <p:cNvGrpSpPr/>
          <p:nvPr/>
        </p:nvGrpSpPr>
        <p:grpSpPr>
          <a:xfrm>
            <a:off x="783717" y="1358897"/>
            <a:ext cx="2746292" cy="307777"/>
            <a:chOff x="1055689" y="2052140"/>
            <a:chExt cx="4814169" cy="307777"/>
          </a:xfrm>
        </p:grpSpPr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D4EC5A01-304C-E9F6-011D-96761E181D19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84" y="2340077"/>
              <a:ext cx="480797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95272D6-B254-1C60-9AF3-98CE71B3BA9A}"/>
                </a:ext>
              </a:extLst>
            </p:cNvPr>
            <p:cNvSpPr txBox="1"/>
            <p:nvPr/>
          </p:nvSpPr>
          <p:spPr>
            <a:xfrm>
              <a:off x="1055689" y="2052140"/>
              <a:ext cx="47995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Ice</a:t>
              </a:r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 </a:t>
              </a:r>
              <a:r>
                <a:rPr lang="en-US" altLang="ko-KR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Breaking</a:t>
              </a:r>
              <a:endParaRPr lang="ko-KR" altLang="en-US" sz="1400" dirty="0">
                <a:solidFill>
                  <a:srgbClr val="555555"/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7C4AE7C-1999-DC30-F717-6945DE05CDF4}"/>
              </a:ext>
            </a:extLst>
          </p:cNvPr>
          <p:cNvGrpSpPr/>
          <p:nvPr/>
        </p:nvGrpSpPr>
        <p:grpSpPr>
          <a:xfrm>
            <a:off x="3717780" y="1358897"/>
            <a:ext cx="5417437" cy="307777"/>
            <a:chOff x="1055689" y="2052140"/>
            <a:chExt cx="4814169" cy="307777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0BED8DB0-5DD7-C6FB-F45D-364F2C0231E7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84" y="2340077"/>
              <a:ext cx="480797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7926DF3-9599-160E-5691-1E9558FAE8A8}"/>
                </a:ext>
              </a:extLst>
            </p:cNvPr>
            <p:cNvSpPr txBox="1"/>
            <p:nvPr/>
          </p:nvSpPr>
          <p:spPr>
            <a:xfrm>
              <a:off x="1055689" y="2052140"/>
              <a:ext cx="47995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그룹별 실습 </a:t>
              </a:r>
              <a:r>
                <a:rPr lang="en-US" altLang="ko-KR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&amp; </a:t>
              </a:r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토의</a:t>
              </a:r>
              <a:endParaRPr lang="ko-KR" altLang="en-US" sz="1400" dirty="0">
                <a:solidFill>
                  <a:srgbClr val="555555"/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6879B15-4D29-1B29-6BB8-F46BEF3BF964}"/>
              </a:ext>
            </a:extLst>
          </p:cNvPr>
          <p:cNvSpPr txBox="1"/>
          <p:nvPr/>
        </p:nvSpPr>
        <p:spPr>
          <a:xfrm>
            <a:off x="836882" y="5958495"/>
            <a:ext cx="25171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kumimoji="1" lang="ko-KR" altLang="en-US" sz="1050" kern="0" spc="-40" dirty="0" err="1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아이스브레이킹</a:t>
            </a:r>
            <a:r>
              <a:rPr kumimoji="1" lang="ko-KR" altLang="en-US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kumimoji="1" lang="en-US" altLang="ko-KR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②_</a:t>
            </a:r>
            <a:r>
              <a:rPr kumimoji="1" lang="ko-KR" altLang="en-US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승진 동기 빙고</a:t>
            </a:r>
            <a:r>
              <a:rPr kumimoji="1" lang="en-US" altLang="ko-KR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  <a:endParaRPr kumimoji="1" lang="ko-KR" altLang="en-US" sz="1050" kern="0" spc="-4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844060-4304-73B7-1091-6F9FB1E9D930}"/>
              </a:ext>
            </a:extLst>
          </p:cNvPr>
          <p:cNvSpPr txBox="1"/>
          <p:nvPr/>
        </p:nvSpPr>
        <p:spPr>
          <a:xfrm>
            <a:off x="842815" y="3667872"/>
            <a:ext cx="25171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kumimoji="1" lang="ko-KR" altLang="en-US" sz="1050" kern="0" spc="-40" dirty="0" err="1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아이스브레이킹</a:t>
            </a:r>
            <a:r>
              <a:rPr kumimoji="1" lang="ko-KR" altLang="en-US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①</a:t>
            </a:r>
            <a:r>
              <a:rPr kumimoji="1" lang="en-US" altLang="ko-KR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_</a:t>
            </a:r>
            <a:r>
              <a:rPr kumimoji="1" lang="ko-KR" altLang="en-US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승진 동기 빙고</a:t>
            </a:r>
            <a:r>
              <a:rPr kumimoji="1" lang="en-US" altLang="ko-KR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  <a:endParaRPr kumimoji="1" lang="ko-KR" altLang="en-US" sz="1050" kern="0" spc="-4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CC9F57-DECE-873E-3249-DDD93A05AF81}"/>
              </a:ext>
            </a:extLst>
          </p:cNvPr>
          <p:cNvSpPr txBox="1"/>
          <p:nvPr/>
        </p:nvSpPr>
        <p:spPr>
          <a:xfrm>
            <a:off x="6475655" y="3661526"/>
            <a:ext cx="25966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spcBef>
                <a:spcPct val="50000"/>
              </a:spcBef>
              <a:spcAft>
                <a:spcPct val="0"/>
              </a:spcAft>
              <a:defRPr kumimoji="1" sz="1050" kern="0" spc="-4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신임대리 역할 정립 ①</a:t>
            </a:r>
            <a:r>
              <a:rPr lang="en-US" altLang="ko-KR" dirty="0"/>
              <a:t>_</a:t>
            </a:r>
            <a:r>
              <a:rPr lang="ko-KR" altLang="en-US" dirty="0"/>
              <a:t>대리의 역할 및 역량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E2A328-27C5-5F09-EA89-9C6BEEBBA5D5}"/>
              </a:ext>
            </a:extLst>
          </p:cNvPr>
          <p:cNvSpPr txBox="1"/>
          <p:nvPr/>
        </p:nvSpPr>
        <p:spPr>
          <a:xfrm>
            <a:off x="6471771" y="5952149"/>
            <a:ext cx="25966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spcBef>
                <a:spcPct val="50000"/>
              </a:spcBef>
              <a:spcAft>
                <a:spcPct val="0"/>
              </a:spcAft>
              <a:defRPr kumimoji="1" sz="1050" kern="0" spc="-4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신임대리 역할 정립 </a:t>
            </a:r>
            <a:r>
              <a:rPr lang="en-US" altLang="ko-KR" dirty="0"/>
              <a:t>②_</a:t>
            </a:r>
            <a:r>
              <a:rPr lang="ko-KR" altLang="en-US" dirty="0"/>
              <a:t>대리의 역할 및 역량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EE135E-E163-7807-A7A4-21814B3CEF4F}"/>
              </a:ext>
            </a:extLst>
          </p:cNvPr>
          <p:cNvSpPr txBox="1"/>
          <p:nvPr/>
        </p:nvSpPr>
        <p:spPr>
          <a:xfrm>
            <a:off x="3755659" y="3671144"/>
            <a:ext cx="25966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spcBef>
                <a:spcPct val="50000"/>
              </a:spcBef>
              <a:spcAft>
                <a:spcPct val="0"/>
              </a:spcAft>
              <a:defRPr kumimoji="1" sz="1050" kern="0" spc="-4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신임대리 역할 정립 ①</a:t>
            </a:r>
            <a:r>
              <a:rPr lang="en-US" altLang="ko-KR" dirty="0"/>
              <a:t>_</a:t>
            </a:r>
            <a:r>
              <a:rPr lang="ko-KR" altLang="en-US" dirty="0" err="1"/>
              <a:t>오프더레코드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524331-3B24-C853-38E0-4E3A8E21943A}"/>
              </a:ext>
            </a:extLst>
          </p:cNvPr>
          <p:cNvSpPr txBox="1"/>
          <p:nvPr/>
        </p:nvSpPr>
        <p:spPr>
          <a:xfrm>
            <a:off x="3755659" y="5952148"/>
            <a:ext cx="26094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spcBef>
                <a:spcPct val="50000"/>
              </a:spcBef>
              <a:spcAft>
                <a:spcPct val="0"/>
              </a:spcAft>
              <a:defRPr kumimoji="1" sz="1050" kern="0" spc="-4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신임대리 역할 정립 </a:t>
            </a:r>
            <a:r>
              <a:rPr lang="en-US" altLang="ko-KR" dirty="0"/>
              <a:t>②_</a:t>
            </a:r>
            <a:r>
              <a:rPr lang="ko-KR" altLang="en-US" dirty="0" err="1"/>
              <a:t>오프더레코드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8205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E5D23-1B9D-F7E9-2241-16885A76D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그림 47" descr="의류, 사람, 실내, 사람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98EC41-B189-5E2D-ED69-58E5785AAF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12"/>
          <a:stretch>
            <a:fillRect/>
          </a:stretch>
        </p:blipFill>
        <p:spPr>
          <a:xfrm>
            <a:off x="6313854" y="1785073"/>
            <a:ext cx="2605076" cy="1857833"/>
          </a:xfrm>
          <a:prstGeom prst="rect">
            <a:avLst/>
          </a:prstGeom>
        </p:spPr>
      </p:pic>
      <p:pic>
        <p:nvPicPr>
          <p:cNvPr id="27" name="그림 26" descr="의류, 사람, 배우기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D99238-EB7A-496B-DEC5-0DC2235569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59"/>
          <a:stretch>
            <a:fillRect/>
          </a:stretch>
        </p:blipFill>
        <p:spPr>
          <a:xfrm>
            <a:off x="3617094" y="1789242"/>
            <a:ext cx="2596681" cy="1850924"/>
          </a:xfrm>
          <a:prstGeom prst="rect">
            <a:avLst/>
          </a:prstGeom>
        </p:spPr>
      </p:pic>
      <p:pic>
        <p:nvPicPr>
          <p:cNvPr id="17" name="그림 16" descr="의류, 사람, 실내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34A30C-4078-C919-7990-C39BF57B48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59"/>
          <a:stretch>
            <a:fillRect/>
          </a:stretch>
        </p:blipFill>
        <p:spPr>
          <a:xfrm>
            <a:off x="913781" y="4074268"/>
            <a:ext cx="2588961" cy="1864857"/>
          </a:xfrm>
          <a:prstGeom prst="rect">
            <a:avLst/>
          </a:prstGeom>
        </p:spPr>
      </p:pic>
      <p:pic>
        <p:nvPicPr>
          <p:cNvPr id="15" name="그림 14" descr="의류, 사람, 실내, 신발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28C4BF-DDC9-4CF4-C1A3-26F92F3452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6"/>
          <a:stretch>
            <a:fillRect/>
          </a:stretch>
        </p:blipFill>
        <p:spPr>
          <a:xfrm>
            <a:off x="913783" y="1785074"/>
            <a:ext cx="2596681" cy="185509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B4AE555-7E1F-E6B6-25EB-806FA22FE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103" y="649288"/>
            <a:ext cx="8484592" cy="441699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교육 스케치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D6D6F00-436D-C413-9251-B6A41F44088D}"/>
              </a:ext>
            </a:extLst>
          </p:cNvPr>
          <p:cNvGrpSpPr/>
          <p:nvPr/>
        </p:nvGrpSpPr>
        <p:grpSpPr>
          <a:xfrm>
            <a:off x="863103" y="1361544"/>
            <a:ext cx="8053287" cy="307777"/>
            <a:chOff x="1055689" y="2052140"/>
            <a:chExt cx="4814169" cy="307777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3FBF4C23-E680-F6A2-9225-18E0935AA1DE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84" y="2340077"/>
              <a:ext cx="480797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542CE46-21A8-33AD-C613-2494030601DC}"/>
                </a:ext>
              </a:extLst>
            </p:cNvPr>
            <p:cNvSpPr txBox="1"/>
            <p:nvPr/>
          </p:nvSpPr>
          <p:spPr>
            <a:xfrm>
              <a:off x="1055689" y="2052140"/>
              <a:ext cx="47995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그룹별 활동 </a:t>
              </a:r>
              <a:r>
                <a:rPr lang="en-US" altLang="ko-KR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&amp; </a:t>
              </a:r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토의</a:t>
              </a:r>
              <a:endParaRPr lang="ko-KR" altLang="en-US" sz="1400" dirty="0">
                <a:solidFill>
                  <a:srgbClr val="555555"/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C005546-84A7-18D8-11DB-19D77B27CA53}"/>
              </a:ext>
            </a:extLst>
          </p:cNvPr>
          <p:cNvSpPr txBox="1"/>
          <p:nvPr/>
        </p:nvSpPr>
        <p:spPr>
          <a:xfrm>
            <a:off x="3620978" y="3664173"/>
            <a:ext cx="25966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spcBef>
                <a:spcPct val="50000"/>
              </a:spcBef>
              <a:spcAft>
                <a:spcPct val="0"/>
              </a:spcAft>
              <a:defRPr kumimoji="1" sz="1050" kern="0" spc="-4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r>
              <a:rPr lang="en-US" altLang="ko-KR" spc="-90" dirty="0"/>
              <a:t>[</a:t>
            </a:r>
            <a:r>
              <a:rPr lang="ko-KR" altLang="en-US" spc="-90" dirty="0"/>
              <a:t>업무 구조화</a:t>
            </a:r>
            <a:r>
              <a:rPr lang="en-US" altLang="ko-KR" spc="-90" dirty="0"/>
              <a:t>&amp;</a:t>
            </a:r>
            <a:r>
              <a:rPr lang="ko-KR" altLang="en-US" spc="-90" dirty="0"/>
              <a:t>흐름 설계 ①</a:t>
            </a:r>
            <a:r>
              <a:rPr lang="en-US" altLang="ko-KR" spc="-90" dirty="0"/>
              <a:t>_</a:t>
            </a:r>
            <a:r>
              <a:rPr lang="ko-KR" altLang="en-US" sz="900" spc="-90" dirty="0"/>
              <a:t>복잡한 업무 최적화 </a:t>
            </a:r>
            <a:r>
              <a:rPr lang="en-US" altLang="ko-KR" sz="900" spc="-90" dirty="0"/>
              <a:t>ECRS</a:t>
            </a:r>
            <a:r>
              <a:rPr lang="en-US" altLang="ko-KR" spc="-90" dirty="0"/>
              <a:t>]</a:t>
            </a:r>
            <a:endParaRPr lang="ko-KR" altLang="en-US" spc="-9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78E404-BF4B-429C-C7BF-2FAD1D7454F0}"/>
              </a:ext>
            </a:extLst>
          </p:cNvPr>
          <p:cNvSpPr txBox="1"/>
          <p:nvPr/>
        </p:nvSpPr>
        <p:spPr>
          <a:xfrm>
            <a:off x="3617094" y="5954796"/>
            <a:ext cx="25966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spcBef>
                <a:spcPct val="50000"/>
              </a:spcBef>
              <a:spcAft>
                <a:spcPct val="0"/>
              </a:spcAft>
              <a:defRPr kumimoji="1" sz="1050" kern="0" spc="-4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r>
              <a:rPr lang="en-US" altLang="ko-KR" spc="-90" dirty="0"/>
              <a:t>[</a:t>
            </a:r>
            <a:r>
              <a:rPr lang="ko-KR" altLang="en-US" spc="-90" dirty="0"/>
              <a:t>업무 구조화</a:t>
            </a:r>
            <a:r>
              <a:rPr lang="en-US" altLang="ko-KR" spc="-90" dirty="0"/>
              <a:t>&amp;</a:t>
            </a:r>
            <a:r>
              <a:rPr lang="ko-KR" altLang="en-US" spc="-90" dirty="0"/>
              <a:t>흐름 설계 </a:t>
            </a:r>
            <a:r>
              <a:rPr lang="ko-KR" altLang="en-US" dirty="0"/>
              <a:t>②</a:t>
            </a:r>
            <a:r>
              <a:rPr lang="en-US" altLang="ko-KR" spc="-90" dirty="0"/>
              <a:t>_</a:t>
            </a:r>
            <a:r>
              <a:rPr lang="ko-KR" altLang="en-US" sz="900" spc="-90" dirty="0"/>
              <a:t>복잡한 업무 최적화 </a:t>
            </a:r>
            <a:r>
              <a:rPr lang="en-US" altLang="ko-KR" sz="900" spc="-90" dirty="0"/>
              <a:t>ECRS</a:t>
            </a:r>
            <a:r>
              <a:rPr lang="en-US" altLang="ko-KR" spc="-90" dirty="0"/>
              <a:t>]</a:t>
            </a:r>
            <a:endParaRPr lang="ko-KR" altLang="en-US" spc="-9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FE32F4-D9B5-827A-BBF6-6D70646E292D}"/>
              </a:ext>
            </a:extLst>
          </p:cNvPr>
          <p:cNvSpPr/>
          <p:nvPr/>
        </p:nvSpPr>
        <p:spPr>
          <a:xfrm>
            <a:off x="3620978" y="4079865"/>
            <a:ext cx="2596682" cy="1855092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19D45D-132D-EA49-6826-E9EC8F9D87FC}"/>
              </a:ext>
            </a:extLst>
          </p:cNvPr>
          <p:cNvSpPr txBox="1"/>
          <p:nvPr/>
        </p:nvSpPr>
        <p:spPr>
          <a:xfrm>
            <a:off x="900982" y="3673791"/>
            <a:ext cx="25966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spcBef>
                <a:spcPct val="50000"/>
              </a:spcBef>
              <a:spcAft>
                <a:spcPct val="0"/>
              </a:spcAft>
              <a:defRPr kumimoji="1" sz="1050" kern="0" spc="-4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r>
              <a:rPr lang="en-US" altLang="ko-KR" spc="-60" dirty="0"/>
              <a:t>[</a:t>
            </a:r>
            <a:r>
              <a:rPr lang="ko-KR" altLang="en-US" spc="-60" dirty="0"/>
              <a:t>업무 구조화</a:t>
            </a:r>
            <a:r>
              <a:rPr lang="en-US" altLang="ko-KR" spc="-60" dirty="0"/>
              <a:t>&amp;</a:t>
            </a:r>
            <a:r>
              <a:rPr lang="ko-KR" altLang="en-US" spc="-60" dirty="0"/>
              <a:t>흐름 설계 ①</a:t>
            </a:r>
            <a:r>
              <a:rPr lang="en-US" altLang="ko-KR" spc="-60" dirty="0"/>
              <a:t>_The Blind Architect]</a:t>
            </a:r>
            <a:endParaRPr lang="ko-KR" altLang="en-US" spc="-6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EAC4D1A-93A2-DC8A-1CD7-A89C59D64133}"/>
              </a:ext>
            </a:extLst>
          </p:cNvPr>
          <p:cNvSpPr txBox="1"/>
          <p:nvPr/>
        </p:nvSpPr>
        <p:spPr>
          <a:xfrm>
            <a:off x="900982" y="5954795"/>
            <a:ext cx="26094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spcBef>
                <a:spcPct val="50000"/>
              </a:spcBef>
              <a:spcAft>
                <a:spcPct val="0"/>
              </a:spcAft>
              <a:defRPr kumimoji="1" sz="1050" kern="0" spc="-4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r>
              <a:rPr lang="en-US" altLang="ko-KR" spc="-60" dirty="0"/>
              <a:t>[</a:t>
            </a:r>
            <a:r>
              <a:rPr lang="ko-KR" altLang="en-US" spc="-60" dirty="0"/>
              <a:t>업무 구조화</a:t>
            </a:r>
            <a:r>
              <a:rPr lang="en-US" altLang="ko-KR" spc="-60" dirty="0"/>
              <a:t>&amp;</a:t>
            </a:r>
            <a:r>
              <a:rPr lang="ko-KR" altLang="en-US" spc="-60" dirty="0"/>
              <a:t>흐름 설계 </a:t>
            </a:r>
            <a:r>
              <a:rPr lang="ko-KR" altLang="en-US" dirty="0"/>
              <a:t>②</a:t>
            </a:r>
            <a:r>
              <a:rPr lang="en-US" altLang="ko-KR" spc="-60" dirty="0"/>
              <a:t>_The Blind Architect]</a:t>
            </a:r>
            <a:endParaRPr lang="ko-KR" altLang="en-US" spc="-60" dirty="0"/>
          </a:p>
        </p:txBody>
      </p:sp>
      <p:pic>
        <p:nvPicPr>
          <p:cNvPr id="29" name="그림 28" descr="의류, 사람, 인간의 얼굴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088F68-6692-1567-A3C1-D4259E34B03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4"/>
          <a:stretch>
            <a:fillRect/>
          </a:stretch>
        </p:blipFill>
        <p:spPr>
          <a:xfrm>
            <a:off x="3616746" y="4068672"/>
            <a:ext cx="2596681" cy="186485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FB7B2D6-2ECF-8A5B-7173-35E94CC32085}"/>
              </a:ext>
            </a:extLst>
          </p:cNvPr>
          <p:cNvSpPr txBox="1"/>
          <p:nvPr/>
        </p:nvSpPr>
        <p:spPr>
          <a:xfrm>
            <a:off x="6323941" y="3664173"/>
            <a:ext cx="25966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spcBef>
                <a:spcPct val="50000"/>
              </a:spcBef>
              <a:spcAft>
                <a:spcPct val="0"/>
              </a:spcAft>
              <a:defRPr kumimoji="1" sz="1050" kern="0" spc="-4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r>
              <a:rPr lang="en-US" altLang="ko-KR" spc="-90" dirty="0"/>
              <a:t>[</a:t>
            </a:r>
            <a:r>
              <a:rPr lang="ko-KR" altLang="en-US" spc="-90" dirty="0"/>
              <a:t>업무 조율과 협업 ①</a:t>
            </a:r>
            <a:r>
              <a:rPr lang="en-US" altLang="ko-KR" spc="-90" dirty="0"/>
              <a:t>_</a:t>
            </a:r>
            <a:r>
              <a:rPr lang="ko-KR" altLang="en-US" spc="-90" dirty="0"/>
              <a:t>드라큘라를 찾아라</a:t>
            </a:r>
            <a:r>
              <a:rPr lang="en-US" altLang="ko-KR" spc="-90" dirty="0"/>
              <a:t>]</a:t>
            </a:r>
            <a:endParaRPr lang="ko-KR" altLang="en-US" spc="-9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AC9A6E-2D58-975C-D787-6286C0C14D75}"/>
              </a:ext>
            </a:extLst>
          </p:cNvPr>
          <p:cNvSpPr txBox="1"/>
          <p:nvPr/>
        </p:nvSpPr>
        <p:spPr>
          <a:xfrm>
            <a:off x="6320057" y="5954796"/>
            <a:ext cx="25966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spcBef>
                <a:spcPct val="50000"/>
              </a:spcBef>
              <a:spcAft>
                <a:spcPct val="0"/>
              </a:spcAft>
              <a:defRPr kumimoji="1" sz="1050" kern="0" spc="-4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r>
              <a:rPr lang="en-US" altLang="ko-KR" spc="-90" dirty="0"/>
              <a:t>[</a:t>
            </a:r>
            <a:r>
              <a:rPr lang="ko-KR" altLang="en-US" spc="-90" dirty="0"/>
              <a:t>업무 조율과 협업 </a:t>
            </a:r>
            <a:r>
              <a:rPr lang="ko-KR" altLang="en-US" dirty="0"/>
              <a:t>②</a:t>
            </a:r>
            <a:r>
              <a:rPr lang="en-US" altLang="ko-KR" spc="-90" dirty="0"/>
              <a:t>_</a:t>
            </a:r>
            <a:r>
              <a:rPr lang="ko-KR" altLang="en-US" spc="-90" dirty="0"/>
              <a:t>드라큘라를 찾아라</a:t>
            </a:r>
            <a:r>
              <a:rPr lang="en-US" altLang="ko-KR" spc="-90" dirty="0"/>
              <a:t>]</a:t>
            </a:r>
            <a:endParaRPr lang="ko-KR" altLang="en-US" spc="-90" dirty="0"/>
          </a:p>
        </p:txBody>
      </p:sp>
      <p:pic>
        <p:nvPicPr>
          <p:cNvPr id="42" name="그림 41" descr="의류, 사람, 인간의 얼굴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9D6073-C6D0-3703-9491-28BC3A7CD93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4"/>
          <a:stretch>
            <a:fillRect/>
          </a:stretch>
        </p:blipFill>
        <p:spPr>
          <a:xfrm>
            <a:off x="6319709" y="4068672"/>
            <a:ext cx="2596681" cy="1864857"/>
          </a:xfrm>
          <a:prstGeom prst="rect">
            <a:avLst/>
          </a:prstGeom>
        </p:spPr>
      </p:pic>
      <p:pic>
        <p:nvPicPr>
          <p:cNvPr id="52" name="그림 51" descr="의류, 사람, 가구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0E3750-4E2C-034C-AA78-23E6C89ED24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18"/>
          <a:stretch>
            <a:fillRect/>
          </a:stretch>
        </p:blipFill>
        <p:spPr>
          <a:xfrm>
            <a:off x="6320406" y="4065931"/>
            <a:ext cx="2595984" cy="186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105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E5D23-1B9D-F7E9-2241-16885A76D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그림 38" descr="텍스트, 친필, 종이, 편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ECF5DB-E87A-EFAF-1E9A-2B05AD375D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02"/>
          <a:stretch>
            <a:fillRect/>
          </a:stretch>
        </p:blipFill>
        <p:spPr>
          <a:xfrm>
            <a:off x="6530007" y="1789241"/>
            <a:ext cx="2595167" cy="1844577"/>
          </a:xfrm>
          <a:prstGeom prst="rect">
            <a:avLst/>
          </a:prstGeom>
        </p:spPr>
      </p:pic>
      <p:pic>
        <p:nvPicPr>
          <p:cNvPr id="21" name="그림 20" descr="텍스트, 친필, 종이, 종이 제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434F78-C8A7-DE70-D0CF-221E6D3E4E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83"/>
          <a:stretch>
            <a:fillRect/>
          </a:stretch>
        </p:blipFill>
        <p:spPr>
          <a:xfrm>
            <a:off x="3783350" y="1789241"/>
            <a:ext cx="2596606" cy="1844577"/>
          </a:xfrm>
          <a:prstGeom prst="rect">
            <a:avLst/>
          </a:prstGeom>
        </p:spPr>
      </p:pic>
      <p:pic>
        <p:nvPicPr>
          <p:cNvPr id="23" name="그림 22" descr="텍스트, 친필, 물질적 속성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A7B575-3D82-A0EB-A4FC-676B54E043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81"/>
          <a:stretch>
            <a:fillRect/>
          </a:stretch>
        </p:blipFill>
        <p:spPr>
          <a:xfrm>
            <a:off x="3783276" y="4078438"/>
            <a:ext cx="2609482" cy="1853740"/>
          </a:xfrm>
          <a:prstGeom prst="rect">
            <a:avLst/>
          </a:prstGeom>
        </p:spPr>
      </p:pic>
      <p:pic>
        <p:nvPicPr>
          <p:cNvPr id="19" name="그림 18" descr="가구, 의류, 의자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76D532-0841-F78B-C984-E152B6430B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2" b="4007"/>
          <a:stretch>
            <a:fillRect/>
          </a:stretch>
        </p:blipFill>
        <p:spPr>
          <a:xfrm>
            <a:off x="913783" y="4084032"/>
            <a:ext cx="2596606" cy="1848145"/>
          </a:xfrm>
          <a:prstGeom prst="rect">
            <a:avLst/>
          </a:prstGeom>
        </p:spPr>
      </p:pic>
      <p:pic>
        <p:nvPicPr>
          <p:cNvPr id="17" name="그림 16" descr="실내, 가구, 의류, 코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C68CA7-E215-8CCC-0D48-B8573BF722F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2"/>
          <a:stretch>
            <a:fillRect/>
          </a:stretch>
        </p:blipFill>
        <p:spPr>
          <a:xfrm>
            <a:off x="913782" y="1778726"/>
            <a:ext cx="2596606" cy="185509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B4AE555-7E1F-E6B6-25EB-806FA22FE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103" y="649288"/>
            <a:ext cx="8484592" cy="441699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교육 스케치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AE7B9D-DB20-9C66-A993-87CAC2D8EE7E}"/>
              </a:ext>
            </a:extLst>
          </p:cNvPr>
          <p:cNvSpPr txBox="1"/>
          <p:nvPr/>
        </p:nvSpPr>
        <p:spPr>
          <a:xfrm>
            <a:off x="6550658" y="5954795"/>
            <a:ext cx="25171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[Output ②_</a:t>
            </a:r>
            <a:r>
              <a:rPr kumimoji="1" lang="ko-KR" altLang="en-US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kumimoji="1" lang="ko-KR" altLang="en-US" sz="1050" kern="0" spc="-40" dirty="0" err="1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오프더레코드</a:t>
            </a:r>
            <a:r>
              <a:rPr kumimoji="1" lang="ko-KR" altLang="en-US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예상  키워드</a:t>
            </a:r>
            <a:r>
              <a:rPr kumimoji="1" lang="en-US" altLang="ko-KR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  <a:endParaRPr kumimoji="1" lang="ko-KR" altLang="en-US" sz="1050" kern="0" spc="-4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897CA3-0528-2E95-2673-92AF3EFF6901}"/>
              </a:ext>
            </a:extLst>
          </p:cNvPr>
          <p:cNvSpPr txBox="1"/>
          <p:nvPr/>
        </p:nvSpPr>
        <p:spPr>
          <a:xfrm>
            <a:off x="6556591" y="3664172"/>
            <a:ext cx="25171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[Output</a:t>
            </a:r>
            <a:r>
              <a:rPr kumimoji="1" lang="ko-KR" altLang="en-US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①</a:t>
            </a:r>
            <a:r>
              <a:rPr kumimoji="1" lang="en-US" altLang="ko-KR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_</a:t>
            </a:r>
            <a:r>
              <a:rPr kumimoji="1" lang="ko-KR" altLang="en-US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kumimoji="1" lang="ko-KR" altLang="en-US" sz="1050" kern="0" spc="-40" dirty="0" err="1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오프더레코드</a:t>
            </a:r>
            <a:r>
              <a:rPr kumimoji="1" lang="ko-KR" altLang="en-US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예상  키워드</a:t>
            </a:r>
            <a:r>
              <a:rPr kumimoji="1" lang="en-US" altLang="ko-KR" sz="1050" kern="0" spc="-4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  <a:endParaRPr kumimoji="1" lang="ko-KR" altLang="en-US" sz="1050" kern="0" spc="-40" dirty="0">
              <a:ln>
                <a:solidFill>
                  <a:srgbClr val="4DB848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05546-84A7-18D8-11DB-19D77B27CA53}"/>
              </a:ext>
            </a:extLst>
          </p:cNvPr>
          <p:cNvSpPr txBox="1"/>
          <p:nvPr/>
        </p:nvSpPr>
        <p:spPr>
          <a:xfrm>
            <a:off x="3787234" y="3664173"/>
            <a:ext cx="25966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spcBef>
                <a:spcPct val="50000"/>
              </a:spcBef>
              <a:spcAft>
                <a:spcPct val="0"/>
              </a:spcAft>
              <a:defRPr kumimoji="1" sz="1050" kern="0" spc="-4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r>
              <a:rPr lang="en-US" altLang="ko-KR" dirty="0"/>
              <a:t>[Output</a:t>
            </a:r>
            <a:r>
              <a:rPr lang="ko-KR" altLang="en-US" dirty="0"/>
              <a:t> ①</a:t>
            </a:r>
            <a:r>
              <a:rPr lang="en-US" altLang="ko-KR" dirty="0"/>
              <a:t>_</a:t>
            </a:r>
            <a:r>
              <a:rPr lang="ko-KR" altLang="en-US" dirty="0"/>
              <a:t> 신임 대리 필요 역할과 역량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78E404-BF4B-429C-C7BF-2FAD1D7454F0}"/>
              </a:ext>
            </a:extLst>
          </p:cNvPr>
          <p:cNvSpPr txBox="1"/>
          <p:nvPr/>
        </p:nvSpPr>
        <p:spPr>
          <a:xfrm>
            <a:off x="3783350" y="5954796"/>
            <a:ext cx="25966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spcBef>
                <a:spcPct val="50000"/>
              </a:spcBef>
              <a:spcAft>
                <a:spcPct val="0"/>
              </a:spcAft>
              <a:defRPr kumimoji="1" sz="1050" kern="0" spc="-4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r>
              <a:rPr lang="en-US" altLang="ko-KR" dirty="0"/>
              <a:t>[Output</a:t>
            </a:r>
            <a:r>
              <a:rPr lang="ko-KR" altLang="en-US" dirty="0"/>
              <a:t> ②</a:t>
            </a:r>
            <a:r>
              <a:rPr lang="en-US" altLang="ko-KR" dirty="0"/>
              <a:t>_</a:t>
            </a:r>
            <a:r>
              <a:rPr lang="ko-KR" altLang="en-US" dirty="0"/>
              <a:t> 신임 대리 필요 역할과 역량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19D45D-132D-EA49-6826-E9EC8F9D87FC}"/>
              </a:ext>
            </a:extLst>
          </p:cNvPr>
          <p:cNvSpPr txBox="1"/>
          <p:nvPr/>
        </p:nvSpPr>
        <p:spPr>
          <a:xfrm>
            <a:off x="900982" y="3673791"/>
            <a:ext cx="25966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spcBef>
                <a:spcPct val="50000"/>
              </a:spcBef>
              <a:spcAft>
                <a:spcPct val="0"/>
              </a:spcAft>
              <a:defRPr kumimoji="1" sz="1050" kern="0" spc="-4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r>
              <a:rPr lang="en-US" altLang="ko-KR" spc="-90" dirty="0"/>
              <a:t>[</a:t>
            </a:r>
            <a:r>
              <a:rPr lang="ko-KR" altLang="en-US" spc="-90" dirty="0"/>
              <a:t>업무 조율과 협업 ①</a:t>
            </a:r>
            <a:r>
              <a:rPr lang="en-US" altLang="ko-KR" spc="-90" dirty="0"/>
              <a:t>_FIR+A </a:t>
            </a:r>
            <a:r>
              <a:rPr lang="ko-KR" altLang="en-US" spc="-90" dirty="0"/>
              <a:t>화법 역할극</a:t>
            </a:r>
            <a:r>
              <a:rPr lang="en-US" altLang="ko-KR" spc="-90" dirty="0"/>
              <a:t>]</a:t>
            </a:r>
            <a:endParaRPr lang="ko-KR" altLang="en-US" spc="-9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EAC4D1A-93A2-DC8A-1CD7-A89C59D64133}"/>
              </a:ext>
            </a:extLst>
          </p:cNvPr>
          <p:cNvSpPr txBox="1"/>
          <p:nvPr/>
        </p:nvSpPr>
        <p:spPr>
          <a:xfrm>
            <a:off x="900982" y="5954795"/>
            <a:ext cx="26094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spcBef>
                <a:spcPct val="50000"/>
              </a:spcBef>
              <a:spcAft>
                <a:spcPct val="0"/>
              </a:spcAft>
              <a:defRPr kumimoji="1" sz="1050" kern="0" spc="-4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r>
              <a:rPr lang="en-US" altLang="ko-KR" spc="-90" dirty="0"/>
              <a:t>[</a:t>
            </a:r>
            <a:r>
              <a:rPr lang="ko-KR" altLang="en-US" spc="-90" dirty="0"/>
              <a:t>업무 조율과 협업 </a:t>
            </a:r>
            <a:r>
              <a:rPr lang="ko-KR" altLang="en-US" dirty="0"/>
              <a:t>②</a:t>
            </a:r>
            <a:r>
              <a:rPr lang="en-US" altLang="ko-KR" spc="-90" dirty="0"/>
              <a:t>_FIR+A </a:t>
            </a:r>
            <a:r>
              <a:rPr lang="ko-KR" altLang="en-US" spc="-90" dirty="0"/>
              <a:t>화법 역할극</a:t>
            </a:r>
            <a:r>
              <a:rPr lang="en-US" altLang="ko-KR" spc="-90" dirty="0"/>
              <a:t>]</a:t>
            </a:r>
            <a:endParaRPr lang="ko-KR" altLang="en-US" spc="-9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C89CA13-A4C9-C94D-8D41-4E376631BFCC}"/>
              </a:ext>
            </a:extLst>
          </p:cNvPr>
          <p:cNvGrpSpPr/>
          <p:nvPr/>
        </p:nvGrpSpPr>
        <p:grpSpPr>
          <a:xfrm>
            <a:off x="783717" y="1358897"/>
            <a:ext cx="2746292" cy="307777"/>
            <a:chOff x="1055689" y="2052140"/>
            <a:chExt cx="4814169" cy="307777"/>
          </a:xfrm>
        </p:grpSpPr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A9670F91-009A-A0A6-3AF9-C240220912FB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84" y="2340077"/>
              <a:ext cx="480797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A07B743-D15D-9F25-BEFF-5AC667F28524}"/>
                </a:ext>
              </a:extLst>
            </p:cNvPr>
            <p:cNvSpPr txBox="1"/>
            <p:nvPr/>
          </p:nvSpPr>
          <p:spPr>
            <a:xfrm>
              <a:off x="1055689" y="2052140"/>
              <a:ext cx="47995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그룹별 실습 </a:t>
              </a:r>
              <a:r>
                <a:rPr lang="en-US" altLang="ko-KR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&amp; </a:t>
              </a:r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토의</a:t>
              </a:r>
              <a:endParaRPr lang="ko-KR" altLang="en-US" sz="1400" dirty="0">
                <a:solidFill>
                  <a:srgbClr val="555555"/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BBEE916-1818-4462-4F2E-31740ECD7A9E}"/>
              </a:ext>
            </a:extLst>
          </p:cNvPr>
          <p:cNvGrpSpPr/>
          <p:nvPr/>
        </p:nvGrpSpPr>
        <p:grpSpPr>
          <a:xfrm>
            <a:off x="3717780" y="1358897"/>
            <a:ext cx="5417437" cy="307777"/>
            <a:chOff x="1055689" y="2052140"/>
            <a:chExt cx="4814169" cy="307777"/>
          </a:xfrm>
        </p:grpSpPr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A8618769-3486-0921-9F7B-B9CA31EFABBC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84" y="2340077"/>
              <a:ext cx="480797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57BAB4D-5764-42D1-2BB5-56E155020146}"/>
                </a:ext>
              </a:extLst>
            </p:cNvPr>
            <p:cNvSpPr txBox="1"/>
            <p:nvPr/>
          </p:nvSpPr>
          <p:spPr>
            <a:xfrm>
              <a:off x="1055689" y="2052140"/>
              <a:ext cx="47995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spc="-8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rgbClr val="555555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교육 산출물</a:t>
              </a:r>
              <a:endParaRPr lang="ko-KR" altLang="en-US" sz="1400" dirty="0">
                <a:solidFill>
                  <a:srgbClr val="555555"/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253AEFD2-267A-5BF4-0C7D-37B151EB15F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8" b="4988"/>
          <a:stretch/>
        </p:blipFill>
        <p:spPr>
          <a:xfrm>
            <a:off x="6530007" y="4087600"/>
            <a:ext cx="2595167" cy="184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115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AA51B-D6A7-5BB8-A694-C88E9C676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제목 63">
            <a:extLst>
              <a:ext uri="{FF2B5EF4-FFF2-40B4-BE49-F238E27FC236}">
                <a16:creationId xmlns:a16="http://schemas.microsoft.com/office/drawing/2014/main" id="{C89A3B05-974E-113D-AAC1-A0FF5FD2D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103" y="649288"/>
            <a:ext cx="8484592" cy="441699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교육 참석자 명단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C51167B-AD58-B792-B55E-6829C75DF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60860"/>
              </p:ext>
            </p:extLst>
          </p:nvPr>
        </p:nvGraphicFramePr>
        <p:xfrm>
          <a:off x="863103" y="1050269"/>
          <a:ext cx="8339513" cy="4931125"/>
        </p:xfrm>
        <a:graphic>
          <a:graphicData uri="http://schemas.openxmlformats.org/drawingml/2006/table">
            <a:tbl>
              <a:tblPr/>
              <a:tblGrid>
                <a:gridCol w="544655">
                  <a:extLst>
                    <a:ext uri="{9D8B030D-6E8A-4147-A177-3AD203B41FA5}">
                      <a16:colId xmlns:a16="http://schemas.microsoft.com/office/drawing/2014/main" val="802607743"/>
                    </a:ext>
                  </a:extLst>
                </a:gridCol>
                <a:gridCol w="848425">
                  <a:extLst>
                    <a:ext uri="{9D8B030D-6E8A-4147-A177-3AD203B41FA5}">
                      <a16:colId xmlns:a16="http://schemas.microsoft.com/office/drawing/2014/main" val="1503602733"/>
                    </a:ext>
                  </a:extLst>
                </a:gridCol>
                <a:gridCol w="1470991">
                  <a:extLst>
                    <a:ext uri="{9D8B030D-6E8A-4147-A177-3AD203B41FA5}">
                      <a16:colId xmlns:a16="http://schemas.microsoft.com/office/drawing/2014/main" val="2060430271"/>
                    </a:ext>
                  </a:extLst>
                </a:gridCol>
                <a:gridCol w="735496">
                  <a:extLst>
                    <a:ext uri="{9D8B030D-6E8A-4147-A177-3AD203B41FA5}">
                      <a16:colId xmlns:a16="http://schemas.microsoft.com/office/drawing/2014/main" val="1723177397"/>
                    </a:ext>
                  </a:extLst>
                </a:gridCol>
                <a:gridCol w="1113182">
                  <a:extLst>
                    <a:ext uri="{9D8B030D-6E8A-4147-A177-3AD203B41FA5}">
                      <a16:colId xmlns:a16="http://schemas.microsoft.com/office/drawing/2014/main" val="125615921"/>
                    </a:ext>
                  </a:extLst>
                </a:gridCol>
                <a:gridCol w="974035">
                  <a:extLst>
                    <a:ext uri="{9D8B030D-6E8A-4147-A177-3AD203B41FA5}">
                      <a16:colId xmlns:a16="http://schemas.microsoft.com/office/drawing/2014/main" val="466068484"/>
                    </a:ext>
                  </a:extLst>
                </a:gridCol>
                <a:gridCol w="2652729">
                  <a:extLst>
                    <a:ext uri="{9D8B030D-6E8A-4147-A177-3AD203B41FA5}">
                      <a16:colId xmlns:a16="http://schemas.microsoft.com/office/drawing/2014/main" val="2640560849"/>
                    </a:ext>
                  </a:extLst>
                </a:gridCol>
              </a:tblGrid>
              <a:tr h="289009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j-ea"/>
                        </a:rPr>
                        <a:t>NO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j-ea"/>
                        </a:rPr>
                        <a:t>법인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j-ea"/>
                        </a:rPr>
                        <a:t>소속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j-ea"/>
                        </a:rPr>
                        <a:t>직급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j-ea"/>
                        </a:rPr>
                        <a:t>직위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j-ea"/>
                        </a:rPr>
                        <a:t>성명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j-ea"/>
                        </a:rPr>
                        <a:t>출결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457382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052013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160003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120799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019144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750193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478941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099976"/>
                  </a:ext>
                </a:extLst>
              </a:tr>
              <a:tr h="19090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751141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8455102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97952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028547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596453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633964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70567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808379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783771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17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762005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18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810842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214723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848743"/>
                  </a:ext>
                </a:extLst>
              </a:tr>
              <a:tr h="2112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21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fontAlgn="b" latinLnBrk="1" hangingPunct="1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ko-KR" altLang="en-US" sz="11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364219"/>
                  </a:ext>
                </a:extLst>
              </a:tr>
              <a:tr h="211256">
                <a:tc gridSpan="7">
                  <a:txBody>
                    <a:bodyPr/>
                    <a:lstStyle/>
                    <a:p>
                      <a:pPr algn="ctr" rtl="0" fontAlgn="b"/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총 인원 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00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명 중 참석 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00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명 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불참 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참석률 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100%))</a:t>
                      </a: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9512" marR="19512" marT="13008" marB="13008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159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220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22187-A07F-7BA2-5692-0F224A979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제목 63">
            <a:extLst>
              <a:ext uri="{FF2B5EF4-FFF2-40B4-BE49-F238E27FC236}">
                <a16:creationId xmlns:a16="http://schemas.microsoft.com/office/drawing/2014/main" id="{5750CB30-3B4D-57C5-C6C3-3A18ADDAC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103" y="649288"/>
            <a:ext cx="8484592" cy="441699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강사</a:t>
            </a:r>
            <a:r>
              <a:rPr lang="en-US" altLang="ko-KR" dirty="0"/>
              <a:t> </a:t>
            </a:r>
            <a:r>
              <a:rPr lang="ko-KR" altLang="en-US" dirty="0"/>
              <a:t>프로필</a:t>
            </a:r>
          </a:p>
        </p:txBody>
      </p:sp>
      <p:sp>
        <p:nvSpPr>
          <p:cNvPr id="13" name="텍스트 개체 틀 34">
            <a:extLst>
              <a:ext uri="{FF2B5EF4-FFF2-40B4-BE49-F238E27FC236}">
                <a16:creationId xmlns:a16="http://schemas.microsoft.com/office/drawing/2014/main" id="{AC234801-4761-FD77-78EC-ACDDAD734F07}"/>
              </a:ext>
            </a:extLst>
          </p:cNvPr>
          <p:cNvSpPr txBox="1">
            <a:spLocks/>
          </p:cNvSpPr>
          <p:nvPr/>
        </p:nvSpPr>
        <p:spPr>
          <a:xfrm>
            <a:off x="2207938" y="1620739"/>
            <a:ext cx="2147527" cy="403124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 marL="108000" indent="-108000" algn="l" defTabSz="914400" rtl="0" eaLnBrk="1" latinLnBrk="0" hangingPunct="1">
              <a:lnSpc>
                <a:spcPct val="13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lang="ko-KR" altLang="en-US" sz="900" kern="1200" spc="-8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경원대학교 관광경영학 박사</a:t>
            </a:r>
            <a:endParaRPr lang="en-US" altLang="ko-KR" spc="-5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경희대학교 관광경영학 석사</a:t>
            </a:r>
            <a:endParaRPr lang="en-US" altLang="ko-KR" spc="-5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15" name="텍스트 개체 틀 34">
            <a:extLst>
              <a:ext uri="{FF2B5EF4-FFF2-40B4-BE49-F238E27FC236}">
                <a16:creationId xmlns:a16="http://schemas.microsoft.com/office/drawing/2014/main" id="{6ED52D1E-D2DE-C181-98EA-3DA2DFC5F1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7052" y="3063783"/>
            <a:ext cx="708111" cy="297345"/>
          </a:xfrm>
        </p:spPr>
        <p:txBody>
          <a:bodyPr/>
          <a:lstStyle/>
          <a:p>
            <a:pPr defTabSz="914400" latinLnBrk="1">
              <a:lnSpc>
                <a:spcPct val="100000"/>
              </a:lnSpc>
              <a:spcBef>
                <a:spcPts val="1000"/>
              </a:spcBef>
              <a:defRPr/>
            </a:pPr>
            <a:r>
              <a:rPr lang="ko-KR" altLang="en-US" sz="2000" dirty="0">
                <a:solidFill>
                  <a:srgbClr val="1D1E28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허윤정</a:t>
            </a:r>
            <a:endParaRPr lang="en-US" altLang="ko-KR" sz="2000" dirty="0">
              <a:solidFill>
                <a:srgbClr val="1D1E28"/>
              </a:solidFill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sp>
        <p:nvSpPr>
          <p:cNvPr id="17" name="텍스트 개체 틀 34">
            <a:extLst>
              <a:ext uri="{FF2B5EF4-FFF2-40B4-BE49-F238E27FC236}">
                <a16:creationId xmlns:a16="http://schemas.microsoft.com/office/drawing/2014/main" id="{15A200E3-CB0D-0B49-723A-27345DF85F3C}"/>
              </a:ext>
            </a:extLst>
          </p:cNvPr>
          <p:cNvSpPr txBox="1">
            <a:spLocks/>
          </p:cNvSpPr>
          <p:nvPr/>
        </p:nvSpPr>
        <p:spPr>
          <a:xfrm>
            <a:off x="2214563" y="4401367"/>
            <a:ext cx="2142587" cy="2040495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 marL="108000" indent="-108000" algn="l" defTabSz="914400" rtl="0" eaLnBrk="1" latinLnBrk="0" hangingPunct="1">
              <a:lnSpc>
                <a:spcPct val="13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lang="ko-KR" altLang="en-US" sz="900" kern="1200" spc="-8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리더십 역량개발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(Development Center)</a:t>
            </a: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성과관리와 성과평가</a:t>
            </a: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사내강사양성 및 관리</a:t>
            </a: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핵심가치 내재화 프로그램 개발</a:t>
            </a: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버크만진단및해석</a:t>
            </a:r>
            <a:endParaRPr lang="ko-KR" altLang="en-US" spc="-5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전문역량 개발</a:t>
            </a:r>
          </a:p>
          <a:p>
            <a:pPr marL="108000" lvl="1" indent="-108000" latinLnBrk="0"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ko-KR" altLang="en-US" sz="900" spc="-50" dirty="0" err="1">
                <a:latin typeface="Pretendard Medium" panose="02000603000000020004" pitchFamily="2" charset="-127"/>
                <a:ea typeface="Pretendard Medium" panose="02000603000000020004" pitchFamily="2" charset="-127"/>
              </a:rPr>
              <a:t>퍼실리테이터</a:t>
            </a:r>
            <a:r>
              <a:rPr lang="ko-KR" altLang="en-US" sz="900" spc="-5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 양성과정</a:t>
            </a:r>
          </a:p>
          <a:p>
            <a:pPr marL="108000" lvl="1" indent="-108000" latinLnBrk="0"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ko-KR" altLang="en-US" sz="900" spc="-5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기획력 향상을 위한 전략적 사고</a:t>
            </a:r>
            <a:endParaRPr lang="en-US" altLang="ko-KR" sz="900" spc="-5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marL="108000" lvl="1" indent="-108000" latinLnBrk="0"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ko-KR" altLang="en-US" sz="900" spc="-5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문제해결워크숍</a:t>
            </a:r>
            <a:endParaRPr lang="en-US" altLang="ko-KR" sz="900" spc="-5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marL="108000" lvl="1" indent="-108000" latinLnBrk="0"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ko-KR" altLang="en-US" sz="900" spc="-5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회의문화조성</a:t>
            </a:r>
            <a:r>
              <a:rPr lang="en-US" altLang="ko-KR" sz="900" spc="-5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/ </a:t>
            </a:r>
            <a:r>
              <a:rPr lang="ko-KR" altLang="en-US" sz="900" spc="-50" dirty="0" err="1">
                <a:latin typeface="Pretendard Medium" panose="02000603000000020004" pitchFamily="2" charset="-127"/>
                <a:ea typeface="Pretendard Medium" panose="02000603000000020004" pitchFamily="2" charset="-127"/>
              </a:rPr>
              <a:t>회의진행스킬</a:t>
            </a:r>
            <a:endParaRPr lang="en-US" altLang="ko-KR" sz="900" spc="-5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8269080-3B44-701F-B66D-825E9EF5D194}"/>
              </a:ext>
            </a:extLst>
          </p:cNvPr>
          <p:cNvSpPr/>
          <p:nvPr/>
        </p:nvSpPr>
        <p:spPr>
          <a:xfrm flipH="1">
            <a:off x="2207938" y="1336067"/>
            <a:ext cx="2147527" cy="180000"/>
          </a:xfrm>
          <a:prstGeom prst="roundRect">
            <a:avLst>
              <a:gd name="adj" fmla="val 50000"/>
            </a:avLst>
          </a:prstGeom>
          <a:solidFill>
            <a:srgbClr val="D8DE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학력</a:t>
            </a:r>
          </a:p>
        </p:txBody>
      </p:sp>
      <p:sp>
        <p:nvSpPr>
          <p:cNvPr id="19" name="텍스트 개체 틀 34">
            <a:extLst>
              <a:ext uri="{FF2B5EF4-FFF2-40B4-BE49-F238E27FC236}">
                <a16:creationId xmlns:a16="http://schemas.microsoft.com/office/drawing/2014/main" id="{672EB556-DCA0-712D-097D-3B23F9E9D5A0}"/>
              </a:ext>
            </a:extLst>
          </p:cNvPr>
          <p:cNvSpPr txBox="1">
            <a:spLocks/>
          </p:cNvSpPr>
          <p:nvPr/>
        </p:nvSpPr>
        <p:spPr>
          <a:xfrm>
            <a:off x="6977154" y="1620739"/>
            <a:ext cx="2147527" cy="97898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 marL="108000" indent="-108000" algn="l" defTabSz="914400" rtl="0" eaLnBrk="1" latinLnBrk="0" hangingPunct="1">
              <a:lnSpc>
                <a:spcPct val="13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lang="ko-KR" altLang="en-US" sz="900" kern="1200" spc="-8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우리홈쇼핑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팀원교육 및 </a:t>
            </a: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팀장코칭리더십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과정 교육</a:t>
            </a:r>
            <a:endParaRPr lang="en-US" altLang="ko-KR" spc="-5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기아주식회사 미래를 잇다 과정 조직활성화 과정 </a:t>
            </a:r>
            <a:endParaRPr lang="en-US" altLang="ko-KR" spc="-5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램리서치 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SEED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과정</a:t>
            </a:r>
            <a:endParaRPr lang="en-US" altLang="ko-KR" spc="-5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KT&amp;G 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직무전환자 </a:t>
            </a: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마인드셋교육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외 다수</a:t>
            </a:r>
          </a:p>
        </p:txBody>
      </p:sp>
      <p:sp>
        <p:nvSpPr>
          <p:cNvPr id="20" name="텍스트 개체 틀 34">
            <a:extLst>
              <a:ext uri="{FF2B5EF4-FFF2-40B4-BE49-F238E27FC236}">
                <a16:creationId xmlns:a16="http://schemas.microsoft.com/office/drawing/2014/main" id="{4E22F6B2-58FF-5382-D9FD-E1017AFE878C}"/>
              </a:ext>
            </a:extLst>
          </p:cNvPr>
          <p:cNvSpPr txBox="1">
            <a:spLocks/>
          </p:cNvSpPr>
          <p:nvPr/>
        </p:nvSpPr>
        <p:spPr>
          <a:xfrm>
            <a:off x="2207938" y="2382410"/>
            <a:ext cx="2147527" cy="1629613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 marL="108000" indent="-108000" algn="l" defTabSz="914400" rtl="0" eaLnBrk="1" latinLnBrk="0" hangingPunct="1">
              <a:lnSpc>
                <a:spcPct val="13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lang="ko-KR" altLang="en-US" sz="900" kern="1200" spc="-8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현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) </a:t>
            </a: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이룸터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대표 </a:t>
            </a: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(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사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)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한국강사협회 부회장 </a:t>
            </a:r>
            <a:endParaRPr lang="en-US" altLang="ko-KR" spc="-5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한국표준협회 전문위원</a:t>
            </a:r>
            <a:endParaRPr lang="en-US" altLang="ko-KR" spc="-5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전 경원대학교 관광경영학과 겸임교수 </a:t>
            </a:r>
            <a:endParaRPr lang="en-US" altLang="ko-KR" spc="-5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(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사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)</a:t>
            </a: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한국퍼실리테이터협회이사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/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심사위원</a:t>
            </a: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한국농어촌공사인증심사위원</a:t>
            </a:r>
            <a:endParaRPr lang="ko-KR" altLang="en-US" spc="-5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전  현대경제 </a:t>
            </a: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연구원외래교수</a:t>
            </a:r>
            <a:endParaRPr lang="ko-KR" altLang="en-US" spc="-5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전  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IGM </a:t>
            </a: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세계경영연구원겸임교수</a:t>
            </a:r>
            <a:endParaRPr lang="ko-KR" altLang="ko-KR" spc="-5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C0D29D7-4B5F-99DC-9D76-58C18AC4335C}"/>
              </a:ext>
            </a:extLst>
          </p:cNvPr>
          <p:cNvSpPr/>
          <p:nvPr/>
        </p:nvSpPr>
        <p:spPr>
          <a:xfrm flipH="1">
            <a:off x="2207938" y="2097738"/>
            <a:ext cx="2147527" cy="180000"/>
          </a:xfrm>
          <a:prstGeom prst="roundRect">
            <a:avLst>
              <a:gd name="adj" fmla="val 50000"/>
            </a:avLst>
          </a:prstGeom>
          <a:solidFill>
            <a:srgbClr val="D8DE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경력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3394734-FC01-8FC0-6E8F-819253C1DAD6}"/>
              </a:ext>
            </a:extLst>
          </p:cNvPr>
          <p:cNvSpPr/>
          <p:nvPr/>
        </p:nvSpPr>
        <p:spPr>
          <a:xfrm flipH="1">
            <a:off x="2207938" y="4116695"/>
            <a:ext cx="2147527" cy="180000"/>
          </a:xfrm>
          <a:prstGeom prst="roundRect">
            <a:avLst>
              <a:gd name="adj" fmla="val 50000"/>
            </a:avLst>
          </a:prstGeom>
          <a:solidFill>
            <a:srgbClr val="D8DE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강의분야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F41B888-A16B-19CD-E587-207DCBA53E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43"/>
          <a:stretch/>
        </p:blipFill>
        <p:spPr>
          <a:xfrm>
            <a:off x="874713" y="1336067"/>
            <a:ext cx="1106487" cy="1531606"/>
          </a:xfrm>
          <a:prstGeom prst="roundRect">
            <a:avLst>
              <a:gd name="adj" fmla="val 8931"/>
            </a:avLst>
          </a:prstGeom>
          <a:ln w="3175">
            <a:noFill/>
          </a:ln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BC347B3-7198-DCD3-A230-6CBC1518E0C8}"/>
              </a:ext>
            </a:extLst>
          </p:cNvPr>
          <p:cNvSpPr/>
          <p:nvPr/>
        </p:nvSpPr>
        <p:spPr>
          <a:xfrm flipH="1">
            <a:off x="4720864" y="1336067"/>
            <a:ext cx="4327886" cy="180000"/>
          </a:xfrm>
          <a:prstGeom prst="roundRect">
            <a:avLst>
              <a:gd name="adj" fmla="val 50000"/>
            </a:avLst>
          </a:prstGeom>
          <a:solidFill>
            <a:srgbClr val="D8DE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출강 업체</a:t>
            </a:r>
          </a:p>
        </p:txBody>
      </p:sp>
      <p:sp>
        <p:nvSpPr>
          <p:cNvPr id="25" name="텍스트 개체 틀 34">
            <a:extLst>
              <a:ext uri="{FF2B5EF4-FFF2-40B4-BE49-F238E27FC236}">
                <a16:creationId xmlns:a16="http://schemas.microsoft.com/office/drawing/2014/main" id="{724BC2F7-B5DA-1428-D720-9A0015274B57}"/>
              </a:ext>
            </a:extLst>
          </p:cNvPr>
          <p:cNvSpPr txBox="1">
            <a:spLocks/>
          </p:cNvSpPr>
          <p:nvPr/>
        </p:nvSpPr>
        <p:spPr>
          <a:xfrm>
            <a:off x="4720590" y="1620739"/>
            <a:ext cx="2147527" cy="4841582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 marL="108000" indent="-108000" algn="l" defTabSz="914400" rtl="0" eaLnBrk="1" latinLnBrk="0" hangingPunct="1">
              <a:lnSpc>
                <a:spcPct val="13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lang="ko-KR" altLang="en-US" sz="900" kern="1200" spc="-8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fontAlgn="auto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tabLst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삼성전자 간부리더십 과정개발 및 교육</a:t>
            </a:r>
          </a:p>
          <a:p>
            <a:pPr marR="0" lvl="0" fontAlgn="auto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tabLst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화승그룹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-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팀 리더십과정 개발 및 교육</a:t>
            </a:r>
          </a:p>
          <a:p>
            <a:pPr marR="0" lvl="0" fontAlgn="auto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tabLst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롯데호텔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-</a:t>
            </a: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여성리더십과정개발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및 교육</a:t>
            </a:r>
          </a:p>
          <a:p>
            <a:pPr marR="0" lvl="0" fontAlgn="auto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tabLst/>
              <a:defRPr/>
            </a:pP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LS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산전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-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협력업체팀장 리더십 과정 개발 및 교육</a:t>
            </a:r>
          </a:p>
          <a:p>
            <a:pPr marR="0" lvl="0" fontAlgn="auto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tabLst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성모병원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-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팀장 리더십과정개발 및 교육</a:t>
            </a:r>
          </a:p>
          <a:p>
            <a:pPr marR="0" lvl="0" fontAlgn="auto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tabLst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서부발전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-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스타리더십과정 개발 및 교육 중부발전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-</a:t>
            </a: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정년연장자과정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코칭 리더십 교육</a:t>
            </a:r>
          </a:p>
          <a:p>
            <a:pPr marR="0" lvl="0" fontAlgn="auto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tabLst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한국도로교통공단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-5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급 이상 리더십 향상 과정 개발 및 교육</a:t>
            </a:r>
          </a:p>
          <a:p>
            <a:pPr marR="0" lvl="0" fontAlgn="auto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tabLst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한국환경공단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-3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급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, 4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급 리더십과정개발 및 교육</a:t>
            </a:r>
            <a:endParaRPr lang="en-US" altLang="ko-KR" spc="-5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울산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TP </a:t>
            </a: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팀장급코칭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리더십과정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/</a:t>
            </a: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실장급상황대응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리더십 과정 개발 및 교육</a:t>
            </a: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LH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경영관리자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(MBA)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과정 교육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-</a:t>
            </a: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코칭리더십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</a:t>
            </a: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윈팩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-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팀리더십과정 개발 및 교육</a:t>
            </a: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국가공무원인재개발원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: 5</a:t>
            </a: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급이하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</a:t>
            </a: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소통스킬과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</a:t>
            </a: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코칭리더십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연간 교육</a:t>
            </a: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한국보건복지인재원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-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복지부 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5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급 승진후보자 역량평가 실습교육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, 6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급 역량향상과정교육 외</a:t>
            </a: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질병관리청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-6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급 핵심역량과정 교육 외</a:t>
            </a: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식품의약품안전처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-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국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, 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과장급 실전언론대응 훈련과정 교육</a:t>
            </a: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시크릿다이렉트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임원 성과 코칭 </a:t>
            </a: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&amp;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팀장 성과 코칭 리더십 과정 개발 및 교육</a:t>
            </a:r>
            <a:endParaRPr lang="en-US" altLang="ko-KR" spc="-5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en-US" altLang="ko-KR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SK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아카데미 신입구성원과정 교육</a:t>
            </a:r>
            <a:endParaRPr lang="en-US" altLang="ko-KR" spc="-5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>
              <a:lnSpc>
                <a:spcPct val="120000"/>
              </a:lnSpc>
              <a:spcBef>
                <a:spcPts val="300"/>
              </a:spcBef>
              <a:buClr>
                <a:srgbClr val="1E1C11"/>
              </a:buClr>
              <a:buSzPct val="70000"/>
              <a:defRPr/>
            </a:pPr>
            <a:r>
              <a:rPr lang="ko-KR" altLang="en-US" spc="-50" dirty="0" err="1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현대로템</a:t>
            </a:r>
            <a:r>
              <a:rPr lang="ko-KR" altLang="en-US" spc="-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신임팀장과정 교육</a:t>
            </a:r>
            <a:endParaRPr lang="en-US" altLang="ko-KR" spc="-5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26" name="텍스트 개체 틀 1">
            <a:extLst>
              <a:ext uri="{FF2B5EF4-FFF2-40B4-BE49-F238E27FC236}">
                <a16:creationId xmlns:a16="http://schemas.microsoft.com/office/drawing/2014/main" id="{B703E19A-505F-3944-5A38-5EAA070C87A1}"/>
              </a:ext>
            </a:extLst>
          </p:cNvPr>
          <p:cNvSpPr txBox="1">
            <a:spLocks/>
          </p:cNvSpPr>
          <p:nvPr/>
        </p:nvSpPr>
        <p:spPr>
          <a:xfrm>
            <a:off x="880924" y="3417728"/>
            <a:ext cx="1148402" cy="189072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200" kern="1200" dirty="0">
                <a:solidFill>
                  <a:srgbClr val="686C7A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Pretendard Variable Medium" panose="000005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박사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686C7A"/>
              </a:solidFill>
              <a:effectLst/>
              <a:uLnTx/>
              <a:uFillTx/>
              <a:latin typeface="Pretendard Variable Medium" panose="00000500000000000000" pitchFamily="2" charset="-127"/>
              <a:ea typeface="Pretendard Variable Medium" panose="00000500000000000000" pitchFamily="2" charset="-127"/>
              <a:cs typeface="Pretendard Variable Medium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6581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7D1FB-30C0-9F95-A131-FF0355D57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제목 63">
            <a:extLst>
              <a:ext uri="{FF2B5EF4-FFF2-40B4-BE49-F238E27FC236}">
                <a16:creationId xmlns:a16="http://schemas.microsoft.com/office/drawing/2014/main" id="{537260A1-EBFD-F0A3-032B-8FEF66390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103" y="649288"/>
            <a:ext cx="8484592" cy="441699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설문 문항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CC8C0C6-2014-983B-A407-F026A7E17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275793"/>
              </p:ext>
            </p:extLst>
          </p:nvPr>
        </p:nvGraphicFramePr>
        <p:xfrm>
          <a:off x="845212" y="1234376"/>
          <a:ext cx="8201721" cy="495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0330">
                  <a:extLst>
                    <a:ext uri="{9D8B030D-6E8A-4147-A177-3AD203B41FA5}">
                      <a16:colId xmlns:a16="http://schemas.microsoft.com/office/drawing/2014/main" val="2915355718"/>
                    </a:ext>
                  </a:extLst>
                </a:gridCol>
                <a:gridCol w="882184">
                  <a:extLst>
                    <a:ext uri="{9D8B030D-6E8A-4147-A177-3AD203B41FA5}">
                      <a16:colId xmlns:a16="http://schemas.microsoft.com/office/drawing/2014/main" val="1759231117"/>
                    </a:ext>
                  </a:extLst>
                </a:gridCol>
                <a:gridCol w="1001803">
                  <a:extLst>
                    <a:ext uri="{9D8B030D-6E8A-4147-A177-3AD203B41FA5}">
                      <a16:colId xmlns:a16="http://schemas.microsoft.com/office/drawing/2014/main" val="4102180968"/>
                    </a:ext>
                  </a:extLst>
                </a:gridCol>
                <a:gridCol w="4956683">
                  <a:extLst>
                    <a:ext uri="{9D8B030D-6E8A-4147-A177-3AD203B41FA5}">
                      <a16:colId xmlns:a16="http://schemas.microsoft.com/office/drawing/2014/main" val="1007917078"/>
                    </a:ext>
                  </a:extLst>
                </a:gridCol>
                <a:gridCol w="970721">
                  <a:extLst>
                    <a:ext uri="{9D8B030D-6E8A-4147-A177-3AD203B41FA5}">
                      <a16:colId xmlns:a16="http://schemas.microsoft.com/office/drawing/2014/main" val="296725248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No.</a:t>
                      </a:r>
                      <a:endParaRPr lang="ko-KR" altLang="en-US" sz="1200" kern="1200" spc="-6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설문문항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응답 방식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0992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1000" b="1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과정 만족도</a:t>
                      </a:r>
                      <a:endParaRPr lang="en-US" altLang="ko-KR" sz="1000" b="1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전반 만족도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42950" rtl="0" eaLnBrk="1" latinLnBrk="0" hangingPunct="1"/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본 과정에 대해 전반적으로 만족한다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객관식</a:t>
                      </a:r>
                    </a:p>
                    <a:p>
                      <a:pPr algn="ctr" latinLnBrk="1"/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(5</a:t>
                      </a:r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점 척도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00646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altLang="en-US" sz="1000" b="1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동료 추천도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42950" rtl="0" eaLnBrk="1" latinLnBrk="0" hangingPunct="1"/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본 과정을 다른 구성원에게 추천하고 싶다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955631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b="1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기대 충족도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42950" rtl="0" eaLnBrk="1" latinLnBrk="0" hangingPunct="1"/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본 과정은 나의 요구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기대 수준을 충족시켰다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12501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000" b="1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 목표 달성도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42950" rtl="0" eaLnBrk="1" latinLnBrk="0" hangingPunct="1"/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본 과정은 학습 내용을 이해하고 실천하는데 필요한 부분이 적절히 전달되었다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3766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1000" b="1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현업 적용도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42950" rtl="0" eaLnBrk="1" latinLnBrk="0" hangingPunct="1"/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교육 내용이 나의 업무 수행에 도움이 될 것이다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03661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ko-KR" altLang="en-US" sz="1000" b="1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모듈별 만족도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42950" rtl="0" eaLnBrk="1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본 과정의 학습 내용 중 업무 수행에 도움이 된 내용은 무엇인가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algn="l" defTabSz="742950" rtl="0" eaLnBrk="1" latinLnBrk="0" hangingPunct="1">
                        <a:lnSpc>
                          <a:spcPct val="120000"/>
                        </a:lnSpc>
                      </a:pPr>
                      <a:r>
                        <a:rPr lang="en-US" altLang="ko-KR" sz="900" kern="1200" spc="-60" baseline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spc="-100" baseline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신임대리 역할 정립</a:t>
                      </a:r>
                      <a:r>
                        <a:rPr lang="en-US" altLang="ko-KR" sz="900" kern="1200" spc="-100" baseline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kern="1200" spc="-100" baseline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업무구조화</a:t>
                      </a:r>
                      <a:r>
                        <a:rPr lang="en-US" altLang="ko-KR" sz="900" kern="1200" spc="-100" baseline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&amp;</a:t>
                      </a:r>
                      <a:r>
                        <a:rPr lang="ko-KR" altLang="en-US" sz="900" kern="1200" spc="-100" baseline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흐름설계</a:t>
                      </a:r>
                      <a:r>
                        <a:rPr lang="en-US" altLang="ko-KR" sz="900" kern="1200" spc="-100" baseline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kern="1200" spc="-100" baseline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협업</a:t>
                      </a:r>
                      <a:r>
                        <a:rPr lang="en-US" altLang="ko-KR" sz="900" kern="1200" spc="-100" baseline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900" kern="1200" spc="-100" baseline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조정 역량 실전</a:t>
                      </a:r>
                      <a:r>
                        <a:rPr lang="en-US" altLang="ko-KR" sz="900" kern="1200" spc="-60" baseline="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0000" marR="90000"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객관식 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선택형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28902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endParaRPr lang="ko-KR" altLang="en-US" sz="1000" b="1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운영 만족도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운영자 만족도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42950" rtl="0" eaLnBrk="1" fontAlgn="b" latinLnBrk="0" hangingPunct="1"/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운영자의 과정 진행은 만족스러웠다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0000" marR="90000"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객관식</a:t>
                      </a:r>
                      <a:endParaRPr lang="en-US" altLang="ko-KR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(5</a:t>
                      </a:r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점 척도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628694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1000" b="1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1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시설 만족도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42950" rtl="0" eaLnBrk="1" fontAlgn="b" latinLnBrk="0" hangingPunct="1"/>
                      <a:r>
                        <a:rPr lang="ko-KR" altLang="en-US" sz="1000" kern="1200" spc="-8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강의장</a:t>
                      </a:r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및 연수원 환경은 만족스러웠다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0000" marR="90000"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63791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  <a:endParaRPr lang="ko-KR" altLang="en-US" sz="1000" b="1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1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식사 만족도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42950" rtl="0" eaLnBrk="1" fontAlgn="b" latinLnBrk="0" hangingPunct="1"/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연수원에서 제공되는 식사는 만족스러웠다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0000" marR="90000"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74707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endParaRPr lang="ko-KR" altLang="en-US" sz="1000" b="1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강사 만족도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강의내용 만족도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42950" rtl="0" eaLnBrk="1" fontAlgn="b" latinLnBrk="0" hangingPunct="1"/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강사의 전반적인 강의내용 및 준비는 만족스러웠다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0000" marR="90000"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02078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endParaRPr lang="ko-KR" altLang="en-US" sz="1000" b="1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강의방식 만족도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42950" rtl="0" eaLnBrk="1" fontAlgn="b" latinLnBrk="0" hangingPunct="1"/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강사의 강의 스킬 및 교육방법은 만족스러웠다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0000" marR="90000"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21517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</a:t>
                      </a:r>
                      <a:endParaRPr lang="ko-KR" altLang="en-US" sz="1000" b="1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종합적 의견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 sz="11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742950" rtl="0" eaLnBrk="1" latinLnBrk="0" hangingPunct="1"/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본 과정에서 긍정적으로 느낀 점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강사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운영 등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은 무엇입니까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latinLnBrk="0"/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주관식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28656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13</a:t>
                      </a:r>
                      <a:endParaRPr lang="ko-KR" altLang="en-US" sz="1000" b="1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1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1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742950" rtl="0" eaLnBrk="1" latinLnBrk="0" hangingPunct="1"/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본 과정에서 새롭게 알게 된 내용은 무엇입니까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45711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14</a:t>
                      </a:r>
                      <a:endParaRPr lang="ko-KR" altLang="en-US" sz="1000" b="1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0"/>
                      <a:endParaRPr lang="ko-KR" altLang="en-US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742950" rtl="0" eaLnBrk="1" latinLnBrk="0" hangingPunct="1"/>
                      <a:r>
                        <a:rPr lang="ko-KR" altLang="en-US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기타 개선점이나 제안하고 싶은 사항은 무엇입니까</a:t>
                      </a:r>
                      <a:r>
                        <a:rPr lang="en-US" altLang="ko-KR" sz="10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18000" marB="1800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5322532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59D8418-D38B-1AD7-DB88-136764CE5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863636"/>
              </p:ext>
            </p:extLst>
          </p:nvPr>
        </p:nvGraphicFramePr>
        <p:xfrm>
          <a:off x="10645918" y="2276475"/>
          <a:ext cx="2232000" cy="1403726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4197524285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3233979085"/>
                    </a:ext>
                  </a:extLst>
                </a:gridCol>
              </a:tblGrid>
              <a:tr h="285587"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순위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EF8"/>
                    </a:solidFill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800" b="1" kern="1200" dirty="0" err="1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모듈명</a:t>
                      </a:r>
                      <a:endParaRPr lang="ko-KR" altLang="en-US" sz="800" b="1" kern="1200" dirty="0">
                        <a:solidFill>
                          <a:srgbClr val="40404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414652"/>
                  </a:ext>
                </a:extLst>
              </a:tr>
              <a:tr h="372713"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위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신임대리 역할 정립</a:t>
                      </a:r>
                      <a:r>
                        <a:rPr lang="en-US" altLang="ko-KR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(10</a:t>
                      </a:r>
                      <a:r>
                        <a:rPr lang="ko-KR" altLang="en-US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명</a:t>
                      </a:r>
                      <a:r>
                        <a:rPr lang="en-US" altLang="ko-KR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dirty="0">
                        <a:solidFill>
                          <a:srgbClr val="40404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841648"/>
                  </a:ext>
                </a:extLst>
              </a:tr>
              <a:tr h="372713"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위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업무구조화</a:t>
                      </a:r>
                      <a:r>
                        <a:rPr lang="en-US" altLang="ko-KR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&amp;</a:t>
                      </a:r>
                      <a:r>
                        <a:rPr lang="ko-KR" altLang="en-US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흐름설계</a:t>
                      </a:r>
                      <a:r>
                        <a:rPr lang="en-US" altLang="ko-KR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(6</a:t>
                      </a:r>
                      <a:r>
                        <a:rPr lang="ko-KR" altLang="en-US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명</a:t>
                      </a:r>
                      <a:r>
                        <a:rPr lang="en-US" altLang="ko-KR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563443"/>
                  </a:ext>
                </a:extLst>
              </a:tr>
              <a:tr h="372713"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위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협업</a:t>
                      </a:r>
                      <a:r>
                        <a:rPr lang="en-US" altLang="ko-KR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조정 역량 실전</a:t>
                      </a:r>
                      <a:r>
                        <a:rPr lang="en-US" altLang="ko-KR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명</a:t>
                      </a:r>
                      <a:r>
                        <a:rPr lang="en-US" altLang="ko-KR" sz="800" b="0" dirty="0">
                          <a:solidFill>
                            <a:srgbClr val="404040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603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775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57250" y="5923148"/>
            <a:ext cx="8228747" cy="467245"/>
          </a:xfrm>
          <a:prstGeom prst="rect">
            <a:avLst/>
          </a:prstGeom>
          <a:noFill/>
        </p:spPr>
        <p:txBody>
          <a:bodyPr wrap="square" lIns="74295" tIns="37148" rIns="74295" bIns="37148">
            <a:spAutoFit/>
          </a:bodyPr>
          <a:lstStyle/>
          <a:p>
            <a:pPr algn="just" defTabSz="742950" eaLnBrk="0" latinLnBrk="0" hangingPunct="0">
              <a:lnSpc>
                <a:spcPct val="114000"/>
              </a:lnSpc>
              <a:defRPr/>
            </a:pPr>
            <a:r>
              <a:rPr lang="en-US" altLang="ko-KR" sz="758" dirty="0"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© 2026. </a:t>
            </a:r>
            <a:r>
              <a:rPr lang="en-US" altLang="ko-KR" sz="758" dirty="0" err="1"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CLiCK</a:t>
            </a:r>
            <a:r>
              <a:rPr lang="en-US" altLang="ko-KR" sz="758" dirty="0"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consulting all rights reserved.</a:t>
            </a:r>
          </a:p>
          <a:p>
            <a:pPr algn="just" defTabSz="742950" eaLnBrk="0" latinLnBrk="0" hangingPunct="0">
              <a:lnSpc>
                <a:spcPct val="114000"/>
              </a:lnSpc>
              <a:defRPr/>
            </a:pPr>
            <a:r>
              <a:rPr lang="en-US" altLang="ko-KR" sz="758" dirty="0"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No part of this publication may be reproduced, stored in a retrieval system, or transmitted in any form or by any means- electronic, mechanical, photocopying, recording, or otherwise- without the permission of CLiCK consulting this document provides an outline of a presentation and is incomplete without the accompanying oral commentary and discussion.</a:t>
            </a:r>
          </a:p>
        </p:txBody>
      </p:sp>
      <p:cxnSp>
        <p:nvCxnSpPr>
          <p:cNvPr id="54" name="직선 연결선 53"/>
          <p:cNvCxnSpPr>
            <a:cxnSpLocks/>
          </p:cNvCxnSpPr>
          <p:nvPr/>
        </p:nvCxnSpPr>
        <p:spPr>
          <a:xfrm>
            <a:off x="833300" y="6390393"/>
            <a:ext cx="8239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694FFB53-2004-460E-9646-57F77F0FCE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661" y="3207335"/>
            <a:ext cx="2654678" cy="44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175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_Office 테마">
  <a:themeElements>
    <a:clrScheme name="한국알콜산업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C9AD6"/>
      </a:accent1>
      <a:accent2>
        <a:srgbClr val="939598"/>
      </a:accent2>
      <a:accent3>
        <a:srgbClr val="8FB73E"/>
      </a:accent3>
      <a:accent4>
        <a:srgbClr val="FF1282"/>
      </a:accent4>
      <a:accent5>
        <a:srgbClr val="003BA5"/>
      </a:accent5>
      <a:accent6>
        <a:srgbClr val="70AD47"/>
      </a:accent6>
      <a:hlink>
        <a:srgbClr val="0563C1"/>
      </a:hlink>
      <a:folHlink>
        <a:srgbClr val="954F72"/>
      </a:folHlink>
    </a:clrScheme>
    <a:fontScheme name="제안서/보고서1">
      <a:majorFont>
        <a:latin typeface="Noto Sans CJK KR Bold"/>
        <a:ea typeface="Noto Sans CJK KR Bold"/>
        <a:cs typeface=""/>
      </a:majorFont>
      <a:minorFont>
        <a:latin typeface="Noto Sans CJK KR DemiLight"/>
        <a:ea typeface="Noto Sans CJK KR Demi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4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11592</TotalTime>
  <Words>1280</Words>
  <Application>Microsoft Office PowerPoint</Application>
  <PresentationFormat>A4 용지(210x297mm)</PresentationFormat>
  <Paragraphs>348</Paragraphs>
  <Slides>19</Slides>
  <Notes>5</Notes>
  <HiddenSlides>1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34" baseType="lpstr">
      <vt:lpstr>KoPub돋움체 Light</vt:lpstr>
      <vt:lpstr>KoPub돋움체 Medium</vt:lpstr>
      <vt:lpstr>Noto Sans CJK KR Black</vt:lpstr>
      <vt:lpstr>Noto Sans CJK KR Bold</vt:lpstr>
      <vt:lpstr>Noto Sans CJK KR DemiLight</vt:lpstr>
      <vt:lpstr>Noto Sans CJK KR Medium</vt:lpstr>
      <vt:lpstr>Pretendard Medium</vt:lpstr>
      <vt:lpstr>Pretendard SemiBold</vt:lpstr>
      <vt:lpstr>Pretendard Variable Medium</vt:lpstr>
      <vt:lpstr>Pretendard Variable SemiBold</vt:lpstr>
      <vt:lpstr>기아 Medium</vt:lpstr>
      <vt:lpstr>맑은 고딕</vt:lpstr>
      <vt:lpstr>Arial</vt:lpstr>
      <vt:lpstr>Wingdings</vt:lpstr>
      <vt:lpstr>2_Office 테마</vt:lpstr>
      <vt:lpstr>PowerPoint 프레젠테이션</vt:lpstr>
      <vt:lpstr>PowerPoint 프레젠테이션</vt:lpstr>
      <vt:lpstr>Summary</vt:lpstr>
      <vt:lpstr>1. 과정 개요</vt:lpstr>
      <vt:lpstr>과정 개요</vt:lpstr>
      <vt:lpstr>2. 설문 결과</vt:lpstr>
      <vt:lpstr>설문 결과_① 정량 평가</vt:lpstr>
      <vt:lpstr>설문 결과_② 정성 평가 raw</vt:lpstr>
      <vt:lpstr>설문 결과_② 정성 평가</vt:lpstr>
      <vt:lpstr>3. 과정 Review 및 제언</vt:lpstr>
      <vt:lpstr>과정 Review 및 제언 </vt:lpstr>
      <vt:lpstr>4. Appendix</vt:lpstr>
      <vt:lpstr>[참고] 교육 스케치(1/3)</vt:lpstr>
      <vt:lpstr>[참고] 교육 스케치(2/3)</vt:lpstr>
      <vt:lpstr>[참고] 교육 스케치(3/3)</vt:lpstr>
      <vt:lpstr>[참고] 교육 참석자 명단</vt:lpstr>
      <vt:lpstr>[참고] 강사 프로필</vt:lpstr>
      <vt:lpstr>[참고] 설문 문항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클릭 1</dc:creator>
  <cp:lastModifiedBy>시진 박</cp:lastModifiedBy>
  <cp:revision>564</cp:revision>
  <dcterms:created xsi:type="dcterms:W3CDTF">2022-01-11T08:01:55Z</dcterms:created>
  <dcterms:modified xsi:type="dcterms:W3CDTF">2026-03-05T09:31:45Z</dcterms:modified>
</cp:coreProperties>
</file>