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notesMasterIdLst>
    <p:notesMasterId r:id="rId21"/>
  </p:notesMasterIdLst>
  <p:handoutMasterIdLst>
    <p:handoutMasterId r:id="rId22"/>
  </p:handoutMasterIdLst>
  <p:sldIdLst>
    <p:sldId id="2134805569" r:id="rId2"/>
    <p:sldId id="2134805543" r:id="rId3"/>
    <p:sldId id="2134805565" r:id="rId4"/>
    <p:sldId id="631" r:id="rId5"/>
    <p:sldId id="2134805566" r:id="rId6"/>
    <p:sldId id="2134805545" r:id="rId7"/>
    <p:sldId id="2134805570" r:id="rId8"/>
    <p:sldId id="2134805546" r:id="rId9"/>
    <p:sldId id="2134805564" r:id="rId10"/>
    <p:sldId id="2134805548" r:id="rId11"/>
    <p:sldId id="2134805558" r:id="rId12"/>
    <p:sldId id="2134805553" r:id="rId13"/>
    <p:sldId id="2134805567" r:id="rId14"/>
    <p:sldId id="2134805571" r:id="rId15"/>
    <p:sldId id="2134805572" r:id="rId16"/>
    <p:sldId id="2134805557" r:id="rId17"/>
    <p:sldId id="659" r:id="rId18"/>
    <p:sldId id="2134805555" r:id="rId19"/>
    <p:sldId id="397" r:id="rId20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9572EA3-DB43-4275-B494-90AC656F547E}">
          <p14:sldIdLst>
            <p14:sldId id="2134805569"/>
            <p14:sldId id="2134805543"/>
            <p14:sldId id="2134805565"/>
          </p14:sldIdLst>
        </p14:section>
        <p14:section name="1. 과정 개요" id="{D1278079-CAD6-42DE-AA09-44568DC44C62}">
          <p14:sldIdLst>
            <p14:sldId id="631"/>
            <p14:sldId id="2134805566"/>
          </p14:sldIdLst>
        </p14:section>
        <p14:section name="2. 설문 결과 상세" id="{2EE6B326-52C1-4EEA-A56A-EAA841CEB9AC}">
          <p14:sldIdLst>
            <p14:sldId id="2134805545"/>
            <p14:sldId id="2134805570"/>
            <p14:sldId id="2134805546"/>
            <p14:sldId id="2134805564"/>
          </p14:sldIdLst>
        </p14:section>
        <p14:section name="3. 리뷰 및 제언" id="{74A5CB9A-F233-4188-9853-C5FB0ABD32D0}">
          <p14:sldIdLst>
            <p14:sldId id="2134805548"/>
            <p14:sldId id="2134805558"/>
          </p14:sldIdLst>
        </p14:section>
        <p14:section name="4. Appendix" id="{1DC4E307-D121-49EA-B876-B05ABB0C039C}">
          <p14:sldIdLst>
            <p14:sldId id="2134805553"/>
            <p14:sldId id="2134805567"/>
            <p14:sldId id="2134805571"/>
            <p14:sldId id="2134805572"/>
            <p14:sldId id="2134805557"/>
            <p14:sldId id="659"/>
            <p14:sldId id="2134805555"/>
          </p14:sldIdLst>
        </p14:section>
        <p14:section name="Outro" id="{FE486638-5F2D-49C2-8A14-2DFA9B10D774}">
          <p14:sldIdLst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ONG" initials="S" lastIdx="1" clrIdx="0">
    <p:extLst>
      <p:ext uri="{19B8F6BF-5375-455C-9EA6-DF929625EA0E}">
        <p15:presenceInfo xmlns:p15="http://schemas.microsoft.com/office/powerpoint/2012/main" userId="S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1C9AD6"/>
    <a:srgbClr val="D9EEF8"/>
    <a:srgbClr val="A0D8F3"/>
    <a:srgbClr val="F2F2F2"/>
    <a:srgbClr val="6D7073"/>
    <a:srgbClr val="71C5EC"/>
    <a:srgbClr val="BEBABA"/>
    <a:srgbClr val="555555"/>
    <a:srgbClr val="E9F3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0857" autoAdjust="0"/>
  </p:normalViewPr>
  <p:slideViewPr>
    <p:cSldViewPr snapToGrid="0" showGuides="1">
      <p:cViewPr varScale="1">
        <p:scale>
          <a:sx n="94" d="100"/>
          <a:sy n="94" d="100"/>
        </p:scale>
        <p:origin x="1926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5184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989148856777444"/>
          <c:y val="0.18744281784429526"/>
          <c:w val="0.74399868686782367"/>
          <c:h val="0.557055960602504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065-484E-99B0-CC74763F6CF0}"/>
              </c:ext>
            </c:extLst>
          </c:dPt>
          <c:dPt>
            <c:idx val="1"/>
            <c:invertIfNegative val="0"/>
            <c:bubble3D val="0"/>
            <c:spPr>
              <a:solidFill>
                <a:schemeClr val="bg2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065-484E-99B0-CC74763F6CF0}"/>
              </c:ext>
            </c:extLst>
          </c:dPt>
          <c:dPt>
            <c:idx val="2"/>
            <c:invertIfNegative val="0"/>
            <c:bubble3D val="0"/>
            <c:spPr>
              <a:solidFill>
                <a:schemeClr val="tx2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A065-484E-99B0-CC74763F6CF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AF50E1A7-2E9F-41C7-95DF-51888A3C107C}" type="VALUE">
                      <a:rPr lang="en-US" altLang="ko-KR" sz="1000">
                        <a:latin typeface="+mn-lt"/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A065-484E-99B0-CC74763F6CF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3536851-B17C-447C-A257-9D09B723043C}" type="VALUE">
                      <a:rPr lang="en-US" altLang="ko-KR" sz="1000"/>
                      <a:pPr/>
                      <a:t>[값]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A065-484E-99B0-CC74763F6CF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3BF3D5EA-E149-4188-B57D-E329B10523FD}" type="VALUE">
                      <a:rPr lang="en-US" altLang="ko-KR" sz="1000" smtClean="0"/>
                      <a:pPr/>
                      <a:t>[값]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A065-484E-99B0-CC74763F6CF0}"/>
                </c:ext>
              </c:extLst>
            </c:dLbl>
            <c:numFmt formatCode="0.00_);[Red]\(0.0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과정 만족도</c:v>
                </c:pt>
                <c:pt idx="1">
                  <c:v>운영 만족도</c:v>
                </c:pt>
                <c:pt idx="2">
                  <c:v>강사 만족도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4.7699999999999996</c:v>
                </c:pt>
                <c:pt idx="1">
                  <c:v>4.2699999999999996</c:v>
                </c:pt>
                <c:pt idx="2">
                  <c:v>4.91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65-484E-99B0-CC74763F6CF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1858293343"/>
        <c:axId val="1849861599"/>
      </c:barChart>
      <c:catAx>
        <c:axId val="1858293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pPr>
            <a:endParaRPr lang="ko-KR"/>
          </a:p>
        </c:txPr>
        <c:crossAx val="1849861599"/>
        <c:crosses val="autoZero"/>
        <c:auto val="1"/>
        <c:lblAlgn val="ctr"/>
        <c:lblOffset val="100"/>
        <c:noMultiLvlLbl val="0"/>
      </c:catAx>
      <c:valAx>
        <c:axId val="1849861599"/>
        <c:scaling>
          <c:orientation val="minMax"/>
          <c:min val="1"/>
        </c:scaling>
        <c:delete val="1"/>
        <c:axPos val="l"/>
        <c:numFmt formatCode="General" sourceLinked="1"/>
        <c:majorTickMark val="none"/>
        <c:minorTickMark val="none"/>
        <c:tickLblPos val="nextTo"/>
        <c:crossAx val="1858293343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364295828438444E-2"/>
          <c:y val="9.7791759577246465E-2"/>
          <c:w val="0.98677690539674057"/>
          <c:h val="0.7419534879768975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974-4FD9-BFB1-1FD5137C934E}"/>
              </c:ext>
            </c:extLst>
          </c:dPt>
          <c:dLbls>
            <c:numFmt formatCode="0.0_);[Red]\(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marL="0" marR="3517" indent="0" algn="ctr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Font typeface="Wingdings" panose="05000000000000000000" pitchFamily="2" charset="2"/>
                  <a:buNone/>
                  <a:defRPr lang="en-US" altLang="ko-KR" sz="1000" b="1" i="0" u="none" strike="noStrike" kern="1200" spc="-4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+mj-lt"/>
                    <a:ea typeface="KoPub돋움체 Medium" panose="02020603020101020101" pitchFamily="18" charset="-127"/>
                    <a:cs typeface="+mn-cs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전반 만족도</c:v>
                </c:pt>
                <c:pt idx="1">
                  <c:v>동료 추천도</c:v>
                </c:pt>
                <c:pt idx="2">
                  <c:v>기대 충족도</c:v>
                </c:pt>
                <c:pt idx="3">
                  <c:v>학습목표 달성도</c:v>
                </c:pt>
                <c:pt idx="4">
                  <c:v>현업 적용도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4.8</c:v>
                </c:pt>
                <c:pt idx="1">
                  <c:v>4.7</c:v>
                </c:pt>
                <c:pt idx="2">
                  <c:v>4.5999999999999996</c:v>
                </c:pt>
                <c:pt idx="3">
                  <c:v>4.8</c:v>
                </c:pt>
                <c:pt idx="4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974-4FD9-BFB1-1FD5137C934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1"/>
        <c:overlap val="-27"/>
        <c:axId val="2007446112"/>
        <c:axId val="2007449440"/>
      </c:barChart>
      <c:catAx>
        <c:axId val="2007446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marL="0" marR="3517" indent="0" algn="ctr" defTabSz="914400" rtl="0" eaLnBrk="1" latinLnBrk="0" hangingPunct="1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None/>
              <a:defRPr lang="en-US" altLang="ko-KR" sz="1000" b="1" i="0" u="none" strike="noStrike" kern="1200" spc="-4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defRPr>
            </a:pPr>
            <a:endParaRPr lang="ko-KR"/>
          </a:p>
        </c:txPr>
        <c:crossAx val="2007449440"/>
        <c:crosses val="autoZero"/>
        <c:auto val="0"/>
        <c:lblAlgn val="ctr"/>
        <c:lblOffset val="100"/>
        <c:noMultiLvlLbl val="0"/>
      </c:catAx>
      <c:valAx>
        <c:axId val="2007449440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altLang="ko-KR" sz="1050" b="1" i="0" u="none" strike="noStrike" kern="1200" spc="-65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+mn-cs"/>
              </a:defRPr>
            </a:pPr>
            <a:endParaRPr lang="ko-KR"/>
          </a:p>
        </c:txPr>
        <c:crossAx val="200744611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altLang="ko-KR" sz="1050" b="1" kern="1200" spc="-65">
          <a:ln>
            <a:solidFill>
              <a:srgbClr val="4DB848">
                <a:alpha val="0"/>
              </a:srgbClr>
            </a:solidFill>
          </a:ln>
          <a:solidFill>
            <a:schemeClr val="tx1">
              <a:lumMod val="75000"/>
              <a:lumOff val="25000"/>
            </a:schemeClr>
          </a:solidFill>
          <a:latin typeface="KoPub돋움체 Light" panose="02020603020101020101" pitchFamily="18" charset="-127"/>
          <a:ea typeface="KoPub돋움체 Light" panose="02020603020101020101" pitchFamily="18" charset="-127"/>
          <a:cs typeface="+mn-cs"/>
        </a:defRPr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1407795866667435"/>
          <c:w val="0.87641572534787748"/>
          <c:h val="0.7419534879768975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2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2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09B-49CF-9F11-6D99B374B5C7}"/>
              </c:ext>
            </c:extLst>
          </c:dPt>
          <c:dLbls>
            <c:numFmt formatCode="0.0_);[Red]\(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marL="0" marR="3517" indent="0" algn="ctr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Font typeface="Wingdings" panose="05000000000000000000" pitchFamily="2" charset="2"/>
                  <a:buNone/>
                  <a:defRPr lang="en-US" altLang="ko-KR" sz="1000" b="1" i="0" u="none" strike="noStrike" kern="1200" spc="-4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+mj-lt"/>
                    <a:ea typeface="KoPub돋움체 Medium" panose="02020603020101020101" pitchFamily="18" charset="-127"/>
                    <a:cs typeface="+mn-cs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운영자 만족도</c:v>
                </c:pt>
                <c:pt idx="1">
                  <c:v>시설 만족도</c:v>
                </c:pt>
                <c:pt idx="2">
                  <c:v>식사 만족도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4.4000000000000004</c:v>
                </c:pt>
                <c:pt idx="2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09B-49CF-9F11-6D99B374B5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1"/>
        <c:overlap val="-27"/>
        <c:axId val="2007446112"/>
        <c:axId val="2007449440"/>
      </c:barChart>
      <c:catAx>
        <c:axId val="2007446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marL="0" marR="3517" indent="0" algn="ctr" defTabSz="914400" rtl="0" eaLnBrk="1" latinLnBrk="0" hangingPunct="1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None/>
              <a:defRPr lang="en-US" altLang="ko-KR" sz="1000" b="1" i="0" u="none" strike="noStrike" kern="1200" spc="-4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defRPr>
            </a:pPr>
            <a:endParaRPr lang="ko-KR"/>
          </a:p>
        </c:txPr>
        <c:crossAx val="2007449440"/>
        <c:crosses val="autoZero"/>
        <c:auto val="0"/>
        <c:lblAlgn val="ctr"/>
        <c:lblOffset val="100"/>
        <c:noMultiLvlLbl val="0"/>
      </c:catAx>
      <c:valAx>
        <c:axId val="2007449440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altLang="ko-KR" sz="1050" b="1" i="0" u="none" strike="noStrike" kern="1200" spc="-65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+mn-cs"/>
              </a:defRPr>
            </a:pPr>
            <a:endParaRPr lang="ko-KR"/>
          </a:p>
        </c:txPr>
        <c:crossAx val="200744611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altLang="ko-KR" sz="1050" b="1" kern="1200" spc="-65">
          <a:ln>
            <a:solidFill>
              <a:srgbClr val="4DB848">
                <a:alpha val="0"/>
              </a:srgbClr>
            </a:solidFill>
          </a:ln>
          <a:solidFill>
            <a:schemeClr val="tx1">
              <a:lumMod val="75000"/>
              <a:lumOff val="25000"/>
            </a:schemeClr>
          </a:solidFill>
          <a:latin typeface="KoPub돋움체 Light" panose="02020603020101020101" pitchFamily="18" charset="-127"/>
          <a:ea typeface="KoPub돋움체 Light" panose="02020603020101020101" pitchFamily="18" charset="-127"/>
          <a:cs typeface="+mn-cs"/>
        </a:defRPr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364295828438444E-2"/>
          <c:y val="0.133036511876096"/>
          <c:w val="0.90271882853059415"/>
          <c:h val="0.631362921122765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tx2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82C-412B-9362-8D7148148F4E}"/>
              </c:ext>
            </c:extLst>
          </c:dPt>
          <c:dLbls>
            <c:dLbl>
              <c:idx val="0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550304399673634"/>
                      <c:h val="0.153364456054247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B82C-412B-9362-8D7148148F4E}"/>
                </c:ext>
              </c:extLst>
            </c:dLbl>
            <c:dLbl>
              <c:idx val="1"/>
              <c:numFmt formatCode="0.0_);[Red]\(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0"/>
                <a:lstStyle/>
                <a:p>
                  <a:pPr marL="0" marR="3517" indent="0" algn="ctr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Font typeface="Wingdings" panose="05000000000000000000" pitchFamily="2" charset="2"/>
                    <a:buNone/>
                    <a:defRPr lang="en-US" altLang="ko-KR" sz="1000" b="1" i="0" u="none" strike="noStrike" kern="1200" spc="-100" baseline="0">
                      <a:ln>
                        <a:solidFill>
                          <a:srgbClr val="4DB848">
                            <a:alpha val="0"/>
                          </a:srgbClr>
                        </a:solidFill>
                      </a:ln>
                      <a:solidFill>
                        <a:schemeClr val="tx1"/>
                      </a:solidFill>
                      <a:latin typeface="+mj-lt"/>
                      <a:ea typeface="KoPub돋움체 Medium" panose="02020603020101020101" pitchFamily="18" charset="-127"/>
                      <a:cs typeface="+mn-cs"/>
                    </a:defRPr>
                  </a:pPr>
                  <a:endParaRPr lang="ko-KR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156122513023285"/>
                      <c:h val="0.153364456054247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B82C-412B-9362-8D7148148F4E}"/>
                </c:ext>
              </c:extLst>
            </c:dLbl>
            <c:numFmt formatCode="0.0_);[Red]\(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marL="0" marR="3517" indent="0" algn="ctr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Font typeface="Wingdings" panose="05000000000000000000" pitchFamily="2" charset="2"/>
                  <a:buNone/>
                  <a:defRPr lang="en-US" altLang="ko-KR" sz="1000" b="1" i="0" u="none" strike="noStrike" kern="1200" spc="-4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+mj-lt"/>
                    <a:ea typeface="KoPub돋움체 Medium" panose="02020603020101020101" pitchFamily="18" charset="-127"/>
                    <a:cs typeface="+mn-cs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강의내용 만족도</c:v>
                </c:pt>
                <c:pt idx="1">
                  <c:v>강의방식 만족도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4.9000000000000004</c:v>
                </c:pt>
                <c:pt idx="1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2C-412B-9362-8D7148148F4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1"/>
        <c:overlap val="-27"/>
        <c:axId val="2007446112"/>
        <c:axId val="2007449440"/>
      </c:barChart>
      <c:catAx>
        <c:axId val="2007446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marL="0" marR="3517" indent="0" algn="ctr" defTabSz="914400" rtl="0" eaLnBrk="1" latinLnBrk="0" hangingPunct="1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None/>
              <a:defRPr lang="en-US" altLang="ko-KR" sz="1000" b="1" i="0" u="none" strike="noStrike" kern="1200" spc="-4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defRPr>
            </a:pPr>
            <a:endParaRPr lang="ko-KR"/>
          </a:p>
        </c:txPr>
        <c:crossAx val="2007449440"/>
        <c:crosses val="autoZero"/>
        <c:auto val="0"/>
        <c:lblAlgn val="ctr"/>
        <c:lblOffset val="100"/>
        <c:noMultiLvlLbl val="0"/>
      </c:catAx>
      <c:valAx>
        <c:axId val="2007449440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altLang="ko-KR" sz="1050" b="1" i="0" u="none" strike="noStrike" kern="1200" spc="-65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+mn-cs"/>
              </a:defRPr>
            </a:pPr>
            <a:endParaRPr lang="ko-KR"/>
          </a:p>
        </c:txPr>
        <c:crossAx val="200744611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altLang="ko-KR" sz="1050" b="1" kern="1200" spc="-65">
          <a:ln>
            <a:solidFill>
              <a:srgbClr val="4DB848">
                <a:alpha val="0"/>
              </a:srgbClr>
            </a:solidFill>
          </a:ln>
          <a:solidFill>
            <a:schemeClr val="tx1">
              <a:lumMod val="75000"/>
              <a:lumOff val="25000"/>
            </a:schemeClr>
          </a:solidFill>
          <a:latin typeface="KoPub돋움체 Light" panose="02020603020101020101" pitchFamily="18" charset="-127"/>
          <a:ea typeface="KoPub돋움체 Light" panose="02020603020101020101" pitchFamily="18" charset="-127"/>
          <a:cs typeface="+mn-cs"/>
        </a:defRPr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896E2E83-48DC-4CBA-BC1A-840CE389BC5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867E73-FE4D-4DBE-9C13-F4BD58222A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97926-0A90-40D5-B513-8338DC560012}" type="datetimeFigureOut">
              <a:rPr lang="ko-KR" altLang="en-US" smtClean="0"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2026-05-28</a:t>
            </a:fld>
            <a:endParaRPr lang="ko-KR" altLang="en-US" dirty="0"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45316CE-8D0B-45FB-BF54-BDAFE0EEF5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99E831-1E1A-4C3D-9062-035D3461087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DD4285-37CD-4AB4-8A87-BC423EFBC689}" type="slidenum">
              <a:rPr lang="ko-KR" altLang="en-US" smtClean="0"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‹#›</a:t>
            </a:fld>
            <a:endParaRPr lang="ko-KR" altLang="en-US" dirty="0"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15188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Noto Sans CJK KR Medium" panose="020B0600000000000000" pitchFamily="34" charset="-127"/>
                <a:ea typeface="Noto Sans CJK KR Medium" panose="020B0600000000000000" pitchFamily="34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Noto Sans CJK KR Medium" panose="020B0600000000000000" pitchFamily="34" charset="-127"/>
                <a:ea typeface="Noto Sans CJK KR Medium" panose="020B0600000000000000" pitchFamily="34" charset="-127"/>
              </a:defRPr>
            </a:lvl1pPr>
          </a:lstStyle>
          <a:p>
            <a:fld id="{9D7AE031-5D1E-40BF-A7BE-4B5114F77E59}" type="datetimeFigureOut">
              <a:rPr lang="ko-KR" altLang="en-US" smtClean="0"/>
              <a:pPr/>
              <a:t>2026-05-28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Noto Sans CJK KR Medium" panose="020B0600000000000000" pitchFamily="34" charset="-127"/>
                <a:ea typeface="Noto Sans CJK KR Medium" panose="020B0600000000000000" pitchFamily="34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Noto Sans CJK KR Medium" panose="020B0600000000000000" pitchFamily="34" charset="-127"/>
                <a:ea typeface="Noto Sans CJK KR Medium" panose="020B0600000000000000" pitchFamily="34" charset="-127"/>
              </a:defRPr>
            </a:lvl1pPr>
          </a:lstStyle>
          <a:p>
            <a:fld id="{CC77A445-D2D8-4D0B-A3A6-707ECCDBE75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0715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Noto Sans CJK KR Medium" panose="020B0600000000000000" pitchFamily="34" charset="-127"/>
        <a:ea typeface="Noto Sans CJK KR Medium" panose="020B0600000000000000" pitchFamily="34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Noto Sans CJK KR Medium" panose="020B0600000000000000" pitchFamily="34" charset="-127"/>
        <a:ea typeface="Noto Sans CJK KR Medium" panose="020B0600000000000000" pitchFamily="34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Noto Sans CJK KR Medium" panose="020B0600000000000000" pitchFamily="34" charset="-127"/>
        <a:ea typeface="Noto Sans CJK KR Medium" panose="020B0600000000000000" pitchFamily="34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Noto Sans CJK KR Medium" panose="020B0600000000000000" pitchFamily="34" charset="-127"/>
        <a:ea typeface="Noto Sans CJK KR Medium" panose="020B0600000000000000" pitchFamily="34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Noto Sans CJK KR Medium" panose="020B0600000000000000" pitchFamily="34" charset="-127"/>
        <a:ea typeface="Noto Sans CJK KR Medium" panose="020B0600000000000000" pitchFamily="34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97198-847D-D680-B9AF-DEE015143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AE3D88-0283-2466-7B27-E3FDB9011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FAB441-EC17-B160-96A8-7AD213D0E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A9DB5-B096-68F8-7F4A-D9DBEA781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06469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DD79A-05A7-26A7-3DA0-83E3C9042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EA070B-9E9D-74EB-6F77-8FF07AC45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1C09C0-D9CC-3A12-32F9-58B540149F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C16DF-8EC9-A4A2-4E3C-C535579062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359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61964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F42C-2E2E-58D6-F956-29C47525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BD1155-3609-9622-883D-F673C27A4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9A4514-A2DC-9ADB-561B-1C36035A1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3C3AC9-940B-E318-E292-E265154D97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785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8201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29994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3896F-7BAC-D34B-7C78-B13750C7C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3E9F06-1B7B-F173-8BD6-5BD721D00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79C62C-D9F2-F7CB-66F4-C9A7F4B70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2C1A9-D3BE-B8F0-745E-349A88676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61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F9305-F48B-1E4B-5306-797B2B754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F3AAB-5C58-BE5A-64DE-33494649E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BB550C-44B5-53DA-EE1A-F23F3A929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D799D8-809E-AFAB-F595-A8C7C841CB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7A445-D2D8-4D0B-A3A6-707ECCDBE751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92997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529644-27C0-4655-9503-40E917BF2C41}" type="slidenum"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7283" name="Rectangle 7"/>
          <p:cNvSpPr txBox="1">
            <a:spLocks noGrp="1" noChangeArrowheads="1"/>
          </p:cNvSpPr>
          <p:nvPr/>
        </p:nvSpPr>
        <p:spPr bwMode="auto">
          <a:xfrm>
            <a:off x="5580571" y="7009806"/>
            <a:ext cx="4263471" cy="36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4824" tIns="47416" rIns="94824" bIns="47416" anchor="b"/>
          <a:lstStyle/>
          <a:p>
            <a:pPr marL="0" marR="0" lvl="0" indent="0" algn="r" defTabSz="9477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7B8A1B-A169-42ED-96E3-CF5B68CF2C7A}" type="slidenum">
              <a:rPr kumimoji="0" lang="en-GB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pPr marL="0" marR="0" lvl="0" indent="0" algn="r" defTabSz="94773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728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24175" y="552450"/>
            <a:ext cx="3998913" cy="2768600"/>
          </a:xfrm>
          <a:ln/>
        </p:spPr>
      </p:sp>
      <p:sp>
        <p:nvSpPr>
          <p:cNvPr id="9728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2539" y="3503622"/>
            <a:ext cx="7218964" cy="3319220"/>
          </a:xfrm>
          <a:noFill/>
          <a:ln/>
        </p:spPr>
        <p:txBody>
          <a:bodyPr lIns="94824" tIns="47416" rIns="94824" bIns="47416"/>
          <a:lstStyle/>
          <a:p>
            <a:pPr eaLnBrk="1" hangingPunct="1"/>
            <a:endParaRPr lang="de-DE" noProof="1"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9181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안서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12"/>
          <p:cNvSpPr>
            <a:spLocks noGrp="1"/>
          </p:cNvSpPr>
          <p:nvPr>
            <p:ph sz="quarter" idx="12" hasCustomPrompt="1"/>
          </p:nvPr>
        </p:nvSpPr>
        <p:spPr>
          <a:xfrm>
            <a:off x="1037023" y="3919955"/>
            <a:ext cx="2332305" cy="286232"/>
          </a:xfrm>
          <a:prstGeom prst="rect">
            <a:avLst/>
          </a:prstGeom>
        </p:spPr>
        <p:txBody>
          <a:bodyPr wrap="none" anchor="ctr">
            <a:spAutoFit/>
          </a:bodyPr>
          <a:lstStyle>
            <a:lvl1pPr marL="0" indent="0">
              <a:buNone/>
              <a:defRPr lang="ko-KR" altLang="en-US" sz="1400" baseline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  <a:alpha val="70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defRPr>
            </a:lvl1pPr>
          </a:lstStyle>
          <a:p>
            <a:pPr marL="0" lvl="0"/>
            <a:r>
              <a:rPr lang="en-US" altLang="ko-KR" dirty="0"/>
              <a:t>NOVEMBER 23, 2018 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1" hasCustomPrompt="1"/>
          </p:nvPr>
        </p:nvSpPr>
        <p:spPr>
          <a:xfrm>
            <a:off x="857250" y="2308709"/>
            <a:ext cx="8192169" cy="751732"/>
          </a:xfrm>
          <a:prstGeom prst="rect">
            <a:avLst/>
          </a:prstGeom>
          <a:noFill/>
        </p:spPr>
        <p:txBody>
          <a:bodyPr wrap="square" lIns="91428" tIns="45714" rIns="91428" bIns="45714" rtlCol="0" anchor="ctr">
            <a:spAutoFit/>
          </a:bodyPr>
          <a:lstStyle>
            <a:lvl1pPr marL="0" indent="0" algn="l">
              <a:buNone/>
              <a:defRPr lang="ko-KR" altLang="en-US" sz="4000" kern="1200" spc="-8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  <a:cs typeface="+mn-cs"/>
              </a:defRPr>
            </a:lvl1pPr>
            <a:lvl2pPr>
              <a:defRPr lang="ko-KR" altLang="en-US" sz="3900" kern="1200" spc="-8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  <a:cs typeface="+mn-cs"/>
              </a:defRPr>
            </a:lvl2pPr>
            <a:lvl3pPr>
              <a:defRPr lang="ko-KR" altLang="en-US" sz="3900" kern="1200" spc="-8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  <a:cs typeface="+mn-cs"/>
              </a:defRPr>
            </a:lvl3pPr>
            <a:lvl4pPr>
              <a:defRPr lang="ko-KR" altLang="en-US" sz="3900" kern="1200" spc="-8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  <a:cs typeface="+mn-cs"/>
              </a:defRPr>
            </a:lvl4pPr>
            <a:lvl5pPr>
              <a:defRPr lang="ko-KR" altLang="en-US" sz="3900" kern="1200" spc="-81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  <a:cs typeface="+mn-cs"/>
              </a:defRPr>
            </a:lvl5pPr>
          </a:lstStyle>
          <a:p>
            <a:pPr marL="185738" lvl="0" indent="-185738">
              <a:lnSpc>
                <a:spcPct val="114000"/>
              </a:lnSpc>
            </a:pPr>
            <a:r>
              <a:rPr lang="ko-KR" altLang="en-US" dirty="0"/>
              <a:t>과정명을 입력합니다</a:t>
            </a:r>
          </a:p>
        </p:txBody>
      </p:sp>
      <p:sp>
        <p:nvSpPr>
          <p:cNvPr id="2" name="직사각형 1"/>
          <p:cNvSpPr/>
          <p:nvPr userDrawn="1"/>
        </p:nvSpPr>
        <p:spPr>
          <a:xfrm>
            <a:off x="1" y="5486400"/>
            <a:ext cx="9905999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907565" y="5735396"/>
            <a:ext cx="8141186" cy="446064"/>
          </a:xfrm>
          <a:prstGeom prst="rect">
            <a:avLst/>
          </a:prstGeom>
          <a:noFill/>
        </p:spPr>
        <p:txBody>
          <a:bodyPr wrap="square" lIns="0" tIns="20818" rIns="0" bIns="20818">
            <a:spAutoFit/>
          </a:bodyPr>
          <a:lstStyle/>
          <a:p>
            <a:pPr defTabSz="400933" eaLnBrk="0" hangingPunct="0">
              <a:lnSpc>
                <a:spcPct val="110000"/>
              </a:lnSpc>
              <a:spcBef>
                <a:spcPts val="244"/>
              </a:spcBef>
              <a:defRPr/>
            </a:pPr>
            <a:r>
              <a:rPr lang="en-US" altLang="ko-KR" sz="813" spc="-24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© 2026 by CLiCK consulting ALL RIGHTS RESERVED.</a:t>
            </a:r>
          </a:p>
          <a:p>
            <a:pPr defTabSz="400933" eaLnBrk="0" hangingPunct="0">
              <a:lnSpc>
                <a:spcPct val="110000"/>
              </a:lnSpc>
              <a:spcBef>
                <a:spcPts val="244"/>
              </a:spcBef>
              <a:defRPr/>
            </a:pPr>
            <a:r>
              <a:rPr lang="en-US" altLang="ko-KR" sz="731" spc="-24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No part of this publication may be reproduced, stored in a retrieval system, or transmitted in any form or by any means- electronic, mechanical, photocopying, recording, or otherwise without the permission of CLiCK consulting this document provides an outline of a presentation and is incomplete without the accompanying oral commentary and discussion.</a:t>
            </a:r>
          </a:p>
        </p:txBody>
      </p:sp>
      <p:sp>
        <p:nvSpPr>
          <p:cNvPr id="8" name="텍스트 개체 틀 8">
            <a:extLst>
              <a:ext uri="{FF2B5EF4-FFF2-40B4-BE49-F238E27FC236}">
                <a16:creationId xmlns:a16="http://schemas.microsoft.com/office/drawing/2014/main" id="{9BA4B9F0-8117-67F9-D185-461CC24F73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25304" y="3155023"/>
            <a:ext cx="8065914" cy="422026"/>
          </a:xfrm>
          <a:prstGeom prst="rect">
            <a:avLst/>
          </a:prstGeom>
          <a:noFill/>
        </p:spPr>
        <p:txBody>
          <a:bodyPr wrap="square" lIns="91428" tIns="45714" rIns="91428" bIns="45714" rtlCol="0" anchor="ctr">
            <a:spAutoFit/>
          </a:bodyPr>
          <a:lstStyle>
            <a:lvl1pPr marL="0" indent="0" algn="l">
              <a:buNone/>
              <a:defRPr lang="ko-KR" altLang="en-US" sz="2000" spc="-75" dirty="0" smtClean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555555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defRPr>
            </a:lvl1pPr>
            <a:lvl2pPr>
              <a:defRPr lang="ko-KR" altLang="en-US" sz="1350" dirty="0" smtClean="0">
                <a:latin typeface="+mn-lt"/>
                <a:ea typeface="+mn-ea"/>
              </a:defRPr>
            </a:lvl2pPr>
            <a:lvl3pPr>
              <a:defRPr lang="ko-KR" altLang="en-US" sz="1350" dirty="0" smtClean="0">
                <a:latin typeface="+mn-lt"/>
                <a:ea typeface="+mn-ea"/>
              </a:defRPr>
            </a:lvl3pPr>
            <a:lvl4pPr>
              <a:defRPr lang="ko-KR" altLang="en-US" dirty="0" smtClean="0">
                <a:latin typeface="+mn-lt"/>
                <a:ea typeface="+mn-ea"/>
              </a:defRPr>
            </a:lvl4pPr>
            <a:lvl5pPr>
              <a:defRPr lang="ko-KR" altLang="en-US" dirty="0">
                <a:latin typeface="+mn-lt"/>
                <a:ea typeface="+mn-ea"/>
              </a:defRPr>
            </a:lvl5pPr>
          </a:lstStyle>
          <a:p>
            <a:pPr marL="0" lvl="0">
              <a:lnSpc>
                <a:spcPct val="114000"/>
              </a:lnSpc>
            </a:pPr>
            <a:r>
              <a:rPr lang="ko-KR" altLang="en-US" dirty="0"/>
              <a:t>과정 부제 입력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1B50D9E-A45F-CAFA-47EE-4C0AFD249290}"/>
              </a:ext>
            </a:extLst>
          </p:cNvPr>
          <p:cNvGrpSpPr/>
          <p:nvPr userDrawn="1"/>
        </p:nvGrpSpPr>
        <p:grpSpPr>
          <a:xfrm>
            <a:off x="1025304" y="1940864"/>
            <a:ext cx="1192734" cy="180817"/>
            <a:chOff x="3977771" y="8544100"/>
            <a:chExt cx="824959" cy="125063"/>
          </a:xfrm>
          <a:solidFill>
            <a:srgbClr val="535353"/>
          </a:solidFill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5D7EA852-C208-F8B9-2E33-CC34A87E868E}"/>
                </a:ext>
              </a:extLst>
            </p:cNvPr>
            <p:cNvSpPr/>
            <p:nvPr/>
          </p:nvSpPr>
          <p:spPr>
            <a:xfrm>
              <a:off x="3977771" y="8544100"/>
              <a:ext cx="122872" cy="123634"/>
            </a:xfrm>
            <a:custGeom>
              <a:avLst/>
              <a:gdLst>
                <a:gd name="csX0" fmla="*/ 0 w 122872"/>
                <a:gd name="csY0" fmla="*/ 28099 h 123634"/>
                <a:gd name="csX1" fmla="*/ 0 w 122872"/>
                <a:gd name="csY1" fmla="*/ 11430 h 123634"/>
                <a:gd name="csX2" fmla="*/ 29242 w 122872"/>
                <a:gd name="csY2" fmla="*/ 11430 h 123634"/>
                <a:gd name="csX3" fmla="*/ 29242 w 122872"/>
                <a:gd name="csY3" fmla="*/ 0 h 123634"/>
                <a:gd name="csX4" fmla="*/ 49720 w 122872"/>
                <a:gd name="csY4" fmla="*/ 0 h 123634"/>
                <a:gd name="csX5" fmla="*/ 49720 w 122872"/>
                <a:gd name="csY5" fmla="*/ 11430 h 123634"/>
                <a:gd name="csX6" fmla="*/ 79058 w 122872"/>
                <a:gd name="csY6" fmla="*/ 11430 h 123634"/>
                <a:gd name="csX7" fmla="*/ 79058 w 122872"/>
                <a:gd name="csY7" fmla="*/ 28099 h 123634"/>
                <a:gd name="csX8" fmla="*/ 0 w 122872"/>
                <a:gd name="csY8" fmla="*/ 28099 h 123634"/>
                <a:gd name="csX9" fmla="*/ 14288 w 122872"/>
                <a:gd name="csY9" fmla="*/ 76010 h 123634"/>
                <a:gd name="csX10" fmla="*/ 4286 w 122872"/>
                <a:gd name="csY10" fmla="*/ 57626 h 123634"/>
                <a:gd name="csX11" fmla="*/ 14288 w 122872"/>
                <a:gd name="csY11" fmla="*/ 39243 h 123634"/>
                <a:gd name="csX12" fmla="*/ 39529 w 122872"/>
                <a:gd name="csY12" fmla="*/ 32576 h 123634"/>
                <a:gd name="csX13" fmla="*/ 64675 w 122872"/>
                <a:gd name="csY13" fmla="*/ 39243 h 123634"/>
                <a:gd name="csX14" fmla="*/ 74771 w 122872"/>
                <a:gd name="csY14" fmla="*/ 57626 h 123634"/>
                <a:gd name="csX15" fmla="*/ 64675 w 122872"/>
                <a:gd name="csY15" fmla="*/ 76010 h 123634"/>
                <a:gd name="csX16" fmla="*/ 39529 w 122872"/>
                <a:gd name="csY16" fmla="*/ 82677 h 123634"/>
                <a:gd name="csX17" fmla="*/ 14288 w 122872"/>
                <a:gd name="csY17" fmla="*/ 76010 h 123634"/>
                <a:gd name="csX18" fmla="*/ 110681 w 122872"/>
                <a:gd name="csY18" fmla="*/ 105251 h 123634"/>
                <a:gd name="csX19" fmla="*/ 110681 w 122872"/>
                <a:gd name="csY19" fmla="*/ 123634 h 123634"/>
                <a:gd name="csX20" fmla="*/ 7620 w 122872"/>
                <a:gd name="csY20" fmla="*/ 123634 h 123634"/>
                <a:gd name="csX21" fmla="*/ 7620 w 122872"/>
                <a:gd name="csY21" fmla="*/ 87440 h 123634"/>
                <a:gd name="csX22" fmla="*/ 28099 w 122872"/>
                <a:gd name="csY22" fmla="*/ 87440 h 123634"/>
                <a:gd name="csX23" fmla="*/ 28099 w 122872"/>
                <a:gd name="csY23" fmla="*/ 105251 h 123634"/>
                <a:gd name="csX24" fmla="*/ 110681 w 122872"/>
                <a:gd name="csY24" fmla="*/ 105251 h 123634"/>
                <a:gd name="csX25" fmla="*/ 27813 w 122872"/>
                <a:gd name="csY25" fmla="*/ 50768 h 123634"/>
                <a:gd name="csX26" fmla="*/ 23432 w 122872"/>
                <a:gd name="csY26" fmla="*/ 57626 h 123634"/>
                <a:gd name="csX27" fmla="*/ 27813 w 122872"/>
                <a:gd name="csY27" fmla="*/ 64580 h 123634"/>
                <a:gd name="csX28" fmla="*/ 39529 w 122872"/>
                <a:gd name="csY28" fmla="*/ 67247 h 123634"/>
                <a:gd name="csX29" fmla="*/ 51149 w 122872"/>
                <a:gd name="csY29" fmla="*/ 64580 h 123634"/>
                <a:gd name="csX30" fmla="*/ 55626 w 122872"/>
                <a:gd name="csY30" fmla="*/ 57626 h 123634"/>
                <a:gd name="csX31" fmla="*/ 51149 w 122872"/>
                <a:gd name="csY31" fmla="*/ 50768 h 123634"/>
                <a:gd name="csX32" fmla="*/ 39529 w 122872"/>
                <a:gd name="csY32" fmla="*/ 48006 h 123634"/>
                <a:gd name="csX33" fmla="*/ 27813 w 122872"/>
                <a:gd name="csY33" fmla="*/ 50768 h 123634"/>
                <a:gd name="csX34" fmla="*/ 122873 w 122872"/>
                <a:gd name="csY34" fmla="*/ 52578 h 123634"/>
                <a:gd name="csX35" fmla="*/ 108395 w 122872"/>
                <a:gd name="csY35" fmla="*/ 52578 h 123634"/>
                <a:gd name="csX36" fmla="*/ 108395 w 122872"/>
                <a:gd name="csY36" fmla="*/ 93345 h 123634"/>
                <a:gd name="csX37" fmla="*/ 88392 w 122872"/>
                <a:gd name="csY37" fmla="*/ 93345 h 123634"/>
                <a:gd name="csX38" fmla="*/ 88392 w 122872"/>
                <a:gd name="csY38" fmla="*/ 2191 h 123634"/>
                <a:gd name="csX39" fmla="*/ 108395 w 122872"/>
                <a:gd name="csY39" fmla="*/ 2191 h 123634"/>
                <a:gd name="csX40" fmla="*/ 108395 w 122872"/>
                <a:gd name="csY40" fmla="*/ 32004 h 123634"/>
                <a:gd name="csX41" fmla="*/ 122873 w 122872"/>
                <a:gd name="csY41" fmla="*/ 32004 h 123634"/>
                <a:gd name="csX42" fmla="*/ 122873 w 122872"/>
                <a:gd name="csY42" fmla="*/ 52483 h 1236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</a:cxnLst>
              <a:rect l="l" t="t" r="r" b="b"/>
              <a:pathLst>
                <a:path w="122872" h="123634">
                  <a:moveTo>
                    <a:pt x="0" y="28099"/>
                  </a:moveTo>
                  <a:lnTo>
                    <a:pt x="0" y="11430"/>
                  </a:lnTo>
                  <a:lnTo>
                    <a:pt x="29242" y="11430"/>
                  </a:lnTo>
                  <a:lnTo>
                    <a:pt x="29242" y="0"/>
                  </a:lnTo>
                  <a:lnTo>
                    <a:pt x="49720" y="0"/>
                  </a:lnTo>
                  <a:lnTo>
                    <a:pt x="49720" y="11430"/>
                  </a:lnTo>
                  <a:lnTo>
                    <a:pt x="79058" y="11430"/>
                  </a:lnTo>
                  <a:lnTo>
                    <a:pt x="79058" y="28099"/>
                  </a:lnTo>
                  <a:lnTo>
                    <a:pt x="0" y="28099"/>
                  </a:lnTo>
                  <a:close/>
                  <a:moveTo>
                    <a:pt x="14288" y="76010"/>
                  </a:moveTo>
                  <a:cubicBezTo>
                    <a:pt x="7620" y="71533"/>
                    <a:pt x="4286" y="65437"/>
                    <a:pt x="4286" y="57626"/>
                  </a:cubicBezTo>
                  <a:cubicBezTo>
                    <a:pt x="4286" y="49816"/>
                    <a:pt x="7620" y="43625"/>
                    <a:pt x="14288" y="39243"/>
                  </a:cubicBezTo>
                  <a:cubicBezTo>
                    <a:pt x="20955" y="34766"/>
                    <a:pt x="29337" y="32576"/>
                    <a:pt x="39529" y="32576"/>
                  </a:cubicBezTo>
                  <a:cubicBezTo>
                    <a:pt x="49720" y="32576"/>
                    <a:pt x="58007" y="34766"/>
                    <a:pt x="64675" y="39243"/>
                  </a:cubicBezTo>
                  <a:cubicBezTo>
                    <a:pt x="71438" y="43720"/>
                    <a:pt x="74771" y="49816"/>
                    <a:pt x="74771" y="57626"/>
                  </a:cubicBezTo>
                  <a:cubicBezTo>
                    <a:pt x="74771" y="65437"/>
                    <a:pt x="71438" y="71628"/>
                    <a:pt x="64675" y="76010"/>
                  </a:cubicBezTo>
                  <a:cubicBezTo>
                    <a:pt x="57912" y="80486"/>
                    <a:pt x="49530" y="82677"/>
                    <a:pt x="39529" y="82677"/>
                  </a:cubicBezTo>
                  <a:cubicBezTo>
                    <a:pt x="29528" y="82677"/>
                    <a:pt x="20955" y="80486"/>
                    <a:pt x="14288" y="76010"/>
                  </a:cubicBezTo>
                  <a:close/>
                  <a:moveTo>
                    <a:pt x="110681" y="105251"/>
                  </a:moveTo>
                  <a:lnTo>
                    <a:pt x="110681" y="123634"/>
                  </a:lnTo>
                  <a:lnTo>
                    <a:pt x="7620" y="123634"/>
                  </a:lnTo>
                  <a:lnTo>
                    <a:pt x="7620" y="87440"/>
                  </a:lnTo>
                  <a:lnTo>
                    <a:pt x="28099" y="87440"/>
                  </a:lnTo>
                  <a:lnTo>
                    <a:pt x="28099" y="105251"/>
                  </a:lnTo>
                  <a:lnTo>
                    <a:pt x="110681" y="105251"/>
                  </a:lnTo>
                  <a:close/>
                  <a:moveTo>
                    <a:pt x="27813" y="50768"/>
                  </a:moveTo>
                  <a:cubicBezTo>
                    <a:pt x="24860" y="52578"/>
                    <a:pt x="23432" y="54959"/>
                    <a:pt x="23432" y="57626"/>
                  </a:cubicBezTo>
                  <a:cubicBezTo>
                    <a:pt x="23432" y="60293"/>
                    <a:pt x="24860" y="62770"/>
                    <a:pt x="27813" y="64580"/>
                  </a:cubicBezTo>
                  <a:cubicBezTo>
                    <a:pt x="30766" y="66389"/>
                    <a:pt x="34576" y="67247"/>
                    <a:pt x="39529" y="67247"/>
                  </a:cubicBezTo>
                  <a:cubicBezTo>
                    <a:pt x="44482" y="67247"/>
                    <a:pt x="48197" y="66389"/>
                    <a:pt x="51149" y="64580"/>
                  </a:cubicBezTo>
                  <a:cubicBezTo>
                    <a:pt x="54102" y="62770"/>
                    <a:pt x="55626" y="60484"/>
                    <a:pt x="55626" y="57626"/>
                  </a:cubicBezTo>
                  <a:cubicBezTo>
                    <a:pt x="55626" y="54769"/>
                    <a:pt x="54102" y="52578"/>
                    <a:pt x="51149" y="50768"/>
                  </a:cubicBezTo>
                  <a:cubicBezTo>
                    <a:pt x="48197" y="48959"/>
                    <a:pt x="44291" y="48006"/>
                    <a:pt x="39529" y="48006"/>
                  </a:cubicBezTo>
                  <a:cubicBezTo>
                    <a:pt x="34766" y="48006"/>
                    <a:pt x="30766" y="48959"/>
                    <a:pt x="27813" y="50768"/>
                  </a:cubicBezTo>
                  <a:close/>
                  <a:moveTo>
                    <a:pt x="122873" y="52578"/>
                  </a:moveTo>
                  <a:lnTo>
                    <a:pt x="108395" y="52578"/>
                  </a:lnTo>
                  <a:lnTo>
                    <a:pt x="108395" y="93345"/>
                  </a:lnTo>
                  <a:lnTo>
                    <a:pt x="88392" y="93345"/>
                  </a:lnTo>
                  <a:lnTo>
                    <a:pt x="88392" y="2191"/>
                  </a:lnTo>
                  <a:lnTo>
                    <a:pt x="108395" y="2191"/>
                  </a:lnTo>
                  <a:lnTo>
                    <a:pt x="108395" y="32004"/>
                  </a:lnTo>
                  <a:lnTo>
                    <a:pt x="122873" y="32004"/>
                  </a:lnTo>
                  <a:lnTo>
                    <a:pt x="122873" y="5248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55764F3E-24C6-A7C3-9C9A-4F1C73C2B943}"/>
                </a:ext>
              </a:extLst>
            </p:cNvPr>
            <p:cNvSpPr/>
            <p:nvPr/>
          </p:nvSpPr>
          <p:spPr>
            <a:xfrm>
              <a:off x="4119979" y="8546767"/>
              <a:ext cx="116871" cy="122396"/>
            </a:xfrm>
            <a:custGeom>
              <a:avLst/>
              <a:gdLst>
                <a:gd name="csX0" fmla="*/ 68485 w 116871"/>
                <a:gd name="csY0" fmla="*/ 79724 h 122396"/>
                <a:gd name="csX1" fmla="*/ 109728 w 116871"/>
                <a:gd name="csY1" fmla="*/ 79724 h 122396"/>
                <a:gd name="csX2" fmla="*/ 109728 w 116871"/>
                <a:gd name="csY2" fmla="*/ 122396 h 122396"/>
                <a:gd name="csX3" fmla="*/ 89249 w 116871"/>
                <a:gd name="csY3" fmla="*/ 122396 h 122396"/>
                <a:gd name="csX4" fmla="*/ 89249 w 116871"/>
                <a:gd name="csY4" fmla="*/ 97441 h 122396"/>
                <a:gd name="csX5" fmla="*/ 6572 w 116871"/>
                <a:gd name="csY5" fmla="*/ 97441 h 122396"/>
                <a:gd name="csX6" fmla="*/ 6572 w 116871"/>
                <a:gd name="csY6" fmla="*/ 79629 h 122396"/>
                <a:gd name="csX7" fmla="*/ 48292 w 116871"/>
                <a:gd name="csY7" fmla="*/ 79629 h 122396"/>
                <a:gd name="csX8" fmla="*/ 48292 w 116871"/>
                <a:gd name="csY8" fmla="*/ 64199 h 122396"/>
                <a:gd name="csX9" fmla="*/ 0 w 116871"/>
                <a:gd name="csY9" fmla="*/ 64199 h 122396"/>
                <a:gd name="csX10" fmla="*/ 0 w 116871"/>
                <a:gd name="csY10" fmla="*/ 46387 h 122396"/>
                <a:gd name="csX11" fmla="*/ 116872 w 116871"/>
                <a:gd name="csY11" fmla="*/ 46387 h 122396"/>
                <a:gd name="csX12" fmla="*/ 116872 w 116871"/>
                <a:gd name="csY12" fmla="*/ 64199 h 122396"/>
                <a:gd name="csX13" fmla="*/ 68485 w 116871"/>
                <a:gd name="csY13" fmla="*/ 64199 h 122396"/>
                <a:gd name="csX14" fmla="*/ 68485 w 116871"/>
                <a:gd name="csY14" fmla="*/ 79629 h 122396"/>
                <a:gd name="csX15" fmla="*/ 7144 w 116871"/>
                <a:gd name="csY15" fmla="*/ 17812 h 122396"/>
                <a:gd name="csX16" fmla="*/ 7144 w 116871"/>
                <a:gd name="csY16" fmla="*/ 0 h 122396"/>
                <a:gd name="csX17" fmla="*/ 109252 w 116871"/>
                <a:gd name="csY17" fmla="*/ 0 h 122396"/>
                <a:gd name="csX18" fmla="*/ 109252 w 116871"/>
                <a:gd name="csY18" fmla="*/ 40958 h 122396"/>
                <a:gd name="csX19" fmla="*/ 88773 w 116871"/>
                <a:gd name="csY19" fmla="*/ 40958 h 122396"/>
                <a:gd name="csX20" fmla="*/ 88773 w 116871"/>
                <a:gd name="csY20" fmla="*/ 17812 h 122396"/>
                <a:gd name="csX21" fmla="*/ 7144 w 116871"/>
                <a:gd name="csY21" fmla="*/ 17812 h 12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16871" h="122396">
                  <a:moveTo>
                    <a:pt x="68485" y="79724"/>
                  </a:moveTo>
                  <a:lnTo>
                    <a:pt x="109728" y="79724"/>
                  </a:lnTo>
                  <a:lnTo>
                    <a:pt x="109728" y="122396"/>
                  </a:lnTo>
                  <a:lnTo>
                    <a:pt x="89249" y="122396"/>
                  </a:lnTo>
                  <a:lnTo>
                    <a:pt x="89249" y="97441"/>
                  </a:lnTo>
                  <a:lnTo>
                    <a:pt x="6572" y="97441"/>
                  </a:lnTo>
                  <a:lnTo>
                    <a:pt x="6572" y="79629"/>
                  </a:lnTo>
                  <a:lnTo>
                    <a:pt x="48292" y="79629"/>
                  </a:lnTo>
                  <a:lnTo>
                    <a:pt x="48292" y="64199"/>
                  </a:lnTo>
                  <a:lnTo>
                    <a:pt x="0" y="64199"/>
                  </a:lnTo>
                  <a:lnTo>
                    <a:pt x="0" y="46387"/>
                  </a:lnTo>
                  <a:lnTo>
                    <a:pt x="116872" y="46387"/>
                  </a:lnTo>
                  <a:lnTo>
                    <a:pt x="116872" y="64199"/>
                  </a:lnTo>
                  <a:lnTo>
                    <a:pt x="68485" y="64199"/>
                  </a:lnTo>
                  <a:lnTo>
                    <a:pt x="68485" y="79629"/>
                  </a:lnTo>
                  <a:close/>
                  <a:moveTo>
                    <a:pt x="7144" y="17812"/>
                  </a:moveTo>
                  <a:lnTo>
                    <a:pt x="7144" y="0"/>
                  </a:lnTo>
                  <a:lnTo>
                    <a:pt x="109252" y="0"/>
                  </a:lnTo>
                  <a:lnTo>
                    <a:pt x="109252" y="40958"/>
                  </a:lnTo>
                  <a:lnTo>
                    <a:pt x="88773" y="40958"/>
                  </a:lnTo>
                  <a:lnTo>
                    <a:pt x="88773" y="17812"/>
                  </a:lnTo>
                  <a:lnTo>
                    <a:pt x="7144" y="17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B885CD37-E2B8-FD85-A894-5AF8BDA945F7}"/>
                </a:ext>
              </a:extLst>
            </p:cNvPr>
            <p:cNvSpPr/>
            <p:nvPr/>
          </p:nvSpPr>
          <p:spPr>
            <a:xfrm>
              <a:off x="4261330" y="8546290"/>
              <a:ext cx="122205" cy="121443"/>
            </a:xfrm>
            <a:custGeom>
              <a:avLst/>
              <a:gdLst>
                <a:gd name="csX0" fmla="*/ 62960 w 122205"/>
                <a:gd name="csY0" fmla="*/ 50959 h 121443"/>
                <a:gd name="csX1" fmla="*/ 36385 w 122205"/>
                <a:gd name="csY1" fmla="*/ 58960 h 121443"/>
                <a:gd name="csX2" fmla="*/ 17145 w 122205"/>
                <a:gd name="csY2" fmla="*/ 55340 h 121443"/>
                <a:gd name="csX3" fmla="*/ 4477 w 122205"/>
                <a:gd name="csY3" fmla="*/ 45053 h 121443"/>
                <a:gd name="csX4" fmla="*/ 0 w 122205"/>
                <a:gd name="csY4" fmla="*/ 29718 h 121443"/>
                <a:gd name="csX5" fmla="*/ 4477 w 122205"/>
                <a:gd name="csY5" fmla="*/ 14478 h 121443"/>
                <a:gd name="csX6" fmla="*/ 17145 w 122205"/>
                <a:gd name="csY6" fmla="*/ 4191 h 121443"/>
                <a:gd name="csX7" fmla="*/ 36385 w 122205"/>
                <a:gd name="csY7" fmla="*/ 571 h 121443"/>
                <a:gd name="csX8" fmla="*/ 55721 w 122205"/>
                <a:gd name="csY8" fmla="*/ 4191 h 121443"/>
                <a:gd name="csX9" fmla="*/ 68390 w 122205"/>
                <a:gd name="csY9" fmla="*/ 14478 h 121443"/>
                <a:gd name="csX10" fmla="*/ 72866 w 122205"/>
                <a:gd name="csY10" fmla="*/ 29718 h 121443"/>
                <a:gd name="csX11" fmla="*/ 63151 w 122205"/>
                <a:gd name="csY11" fmla="*/ 50864 h 121443"/>
                <a:gd name="csX12" fmla="*/ 109538 w 122205"/>
                <a:gd name="csY12" fmla="*/ 106680 h 121443"/>
                <a:gd name="csX13" fmla="*/ 109538 w 122205"/>
                <a:gd name="csY13" fmla="*/ 121444 h 121443"/>
                <a:gd name="csX14" fmla="*/ 8572 w 122205"/>
                <a:gd name="csY14" fmla="*/ 121444 h 121443"/>
                <a:gd name="csX15" fmla="*/ 8572 w 122205"/>
                <a:gd name="csY15" fmla="*/ 86487 h 121443"/>
                <a:gd name="csX16" fmla="*/ 88106 w 122205"/>
                <a:gd name="csY16" fmla="*/ 86487 h 121443"/>
                <a:gd name="csX17" fmla="*/ 88106 w 122205"/>
                <a:gd name="csY17" fmla="*/ 79534 h 121443"/>
                <a:gd name="csX18" fmla="*/ 8287 w 122205"/>
                <a:gd name="csY18" fmla="*/ 79534 h 121443"/>
                <a:gd name="csX19" fmla="*/ 8287 w 122205"/>
                <a:gd name="csY19" fmla="*/ 64770 h 121443"/>
                <a:gd name="csX20" fmla="*/ 107823 w 122205"/>
                <a:gd name="csY20" fmla="*/ 64770 h 121443"/>
                <a:gd name="csX21" fmla="*/ 107823 w 122205"/>
                <a:gd name="csY21" fmla="*/ 99727 h 121443"/>
                <a:gd name="csX22" fmla="*/ 28480 w 122205"/>
                <a:gd name="csY22" fmla="*/ 99727 h 121443"/>
                <a:gd name="csX23" fmla="*/ 28480 w 122205"/>
                <a:gd name="csY23" fmla="*/ 106680 h 121443"/>
                <a:gd name="csX24" fmla="*/ 109633 w 122205"/>
                <a:gd name="csY24" fmla="*/ 106680 h 121443"/>
                <a:gd name="csX25" fmla="*/ 24384 w 122205"/>
                <a:gd name="csY25" fmla="*/ 38957 h 121443"/>
                <a:gd name="csX26" fmla="*/ 36290 w 122205"/>
                <a:gd name="csY26" fmla="*/ 42291 h 121443"/>
                <a:gd name="csX27" fmla="*/ 48482 w 122205"/>
                <a:gd name="csY27" fmla="*/ 38862 h 121443"/>
                <a:gd name="csX28" fmla="*/ 52959 w 122205"/>
                <a:gd name="csY28" fmla="*/ 29718 h 121443"/>
                <a:gd name="csX29" fmla="*/ 48482 w 122205"/>
                <a:gd name="csY29" fmla="*/ 20479 h 121443"/>
                <a:gd name="csX30" fmla="*/ 36290 w 122205"/>
                <a:gd name="csY30" fmla="*/ 17145 h 121443"/>
                <a:gd name="csX31" fmla="*/ 24289 w 122205"/>
                <a:gd name="csY31" fmla="*/ 20479 h 121443"/>
                <a:gd name="csX32" fmla="*/ 19907 w 122205"/>
                <a:gd name="csY32" fmla="*/ 29718 h 121443"/>
                <a:gd name="csX33" fmla="*/ 24384 w 122205"/>
                <a:gd name="csY33" fmla="*/ 38957 h 121443"/>
                <a:gd name="csX34" fmla="*/ 122206 w 122205"/>
                <a:gd name="csY34" fmla="*/ 38767 h 121443"/>
                <a:gd name="csX35" fmla="*/ 107728 w 122205"/>
                <a:gd name="csY35" fmla="*/ 38767 h 121443"/>
                <a:gd name="csX36" fmla="*/ 107728 w 122205"/>
                <a:gd name="csY36" fmla="*/ 59722 h 121443"/>
                <a:gd name="csX37" fmla="*/ 87725 w 122205"/>
                <a:gd name="csY37" fmla="*/ 59722 h 121443"/>
                <a:gd name="csX38" fmla="*/ 87725 w 122205"/>
                <a:gd name="csY38" fmla="*/ 0 h 121443"/>
                <a:gd name="csX39" fmla="*/ 107728 w 122205"/>
                <a:gd name="csY39" fmla="*/ 0 h 121443"/>
                <a:gd name="csX40" fmla="*/ 107728 w 122205"/>
                <a:gd name="csY40" fmla="*/ 18288 h 121443"/>
                <a:gd name="csX41" fmla="*/ 122206 w 122205"/>
                <a:gd name="csY41" fmla="*/ 18288 h 121443"/>
                <a:gd name="csX42" fmla="*/ 122206 w 122205"/>
                <a:gd name="csY42" fmla="*/ 38767 h 12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</a:cxnLst>
              <a:rect l="l" t="t" r="r" b="b"/>
              <a:pathLst>
                <a:path w="122205" h="121443">
                  <a:moveTo>
                    <a:pt x="62960" y="50959"/>
                  </a:moveTo>
                  <a:cubicBezTo>
                    <a:pt x="56483" y="56293"/>
                    <a:pt x="47625" y="58960"/>
                    <a:pt x="36385" y="58960"/>
                  </a:cubicBezTo>
                  <a:cubicBezTo>
                    <a:pt x="29051" y="58960"/>
                    <a:pt x="22670" y="57722"/>
                    <a:pt x="17145" y="55340"/>
                  </a:cubicBezTo>
                  <a:cubicBezTo>
                    <a:pt x="11620" y="52959"/>
                    <a:pt x="7429" y="49530"/>
                    <a:pt x="4477" y="45053"/>
                  </a:cubicBezTo>
                  <a:cubicBezTo>
                    <a:pt x="1524" y="40672"/>
                    <a:pt x="0" y="35528"/>
                    <a:pt x="0" y="29718"/>
                  </a:cubicBezTo>
                  <a:cubicBezTo>
                    <a:pt x="0" y="23908"/>
                    <a:pt x="1524" y="18955"/>
                    <a:pt x="4477" y="14478"/>
                  </a:cubicBezTo>
                  <a:cubicBezTo>
                    <a:pt x="7429" y="10001"/>
                    <a:pt x="11620" y="6572"/>
                    <a:pt x="17145" y="4191"/>
                  </a:cubicBezTo>
                  <a:cubicBezTo>
                    <a:pt x="22670" y="1810"/>
                    <a:pt x="29051" y="571"/>
                    <a:pt x="36385" y="571"/>
                  </a:cubicBezTo>
                  <a:cubicBezTo>
                    <a:pt x="43720" y="571"/>
                    <a:pt x="50197" y="1810"/>
                    <a:pt x="55721" y="4191"/>
                  </a:cubicBezTo>
                  <a:cubicBezTo>
                    <a:pt x="61150" y="6668"/>
                    <a:pt x="65342" y="10097"/>
                    <a:pt x="68390" y="14478"/>
                  </a:cubicBezTo>
                  <a:cubicBezTo>
                    <a:pt x="71342" y="18955"/>
                    <a:pt x="72866" y="24003"/>
                    <a:pt x="72866" y="29718"/>
                  </a:cubicBezTo>
                  <a:cubicBezTo>
                    <a:pt x="72866" y="38481"/>
                    <a:pt x="69628" y="45530"/>
                    <a:pt x="63151" y="50864"/>
                  </a:cubicBezTo>
                  <a:close/>
                  <a:moveTo>
                    <a:pt x="109538" y="106680"/>
                  </a:moveTo>
                  <a:lnTo>
                    <a:pt x="109538" y="121444"/>
                  </a:lnTo>
                  <a:lnTo>
                    <a:pt x="8572" y="121444"/>
                  </a:lnTo>
                  <a:lnTo>
                    <a:pt x="8572" y="86487"/>
                  </a:lnTo>
                  <a:lnTo>
                    <a:pt x="88106" y="86487"/>
                  </a:lnTo>
                  <a:lnTo>
                    <a:pt x="88106" y="79534"/>
                  </a:lnTo>
                  <a:lnTo>
                    <a:pt x="8287" y="79534"/>
                  </a:lnTo>
                  <a:lnTo>
                    <a:pt x="8287" y="64770"/>
                  </a:lnTo>
                  <a:lnTo>
                    <a:pt x="107823" y="64770"/>
                  </a:lnTo>
                  <a:lnTo>
                    <a:pt x="107823" y="99727"/>
                  </a:lnTo>
                  <a:lnTo>
                    <a:pt x="28480" y="99727"/>
                  </a:lnTo>
                  <a:lnTo>
                    <a:pt x="28480" y="106680"/>
                  </a:lnTo>
                  <a:lnTo>
                    <a:pt x="109633" y="106680"/>
                  </a:lnTo>
                  <a:close/>
                  <a:moveTo>
                    <a:pt x="24384" y="38957"/>
                  </a:moveTo>
                  <a:cubicBezTo>
                    <a:pt x="27337" y="41148"/>
                    <a:pt x="31337" y="42291"/>
                    <a:pt x="36290" y="42291"/>
                  </a:cubicBezTo>
                  <a:cubicBezTo>
                    <a:pt x="41243" y="42291"/>
                    <a:pt x="45434" y="41148"/>
                    <a:pt x="48482" y="38862"/>
                  </a:cubicBezTo>
                  <a:cubicBezTo>
                    <a:pt x="51530" y="36576"/>
                    <a:pt x="52959" y="33528"/>
                    <a:pt x="52959" y="29718"/>
                  </a:cubicBezTo>
                  <a:cubicBezTo>
                    <a:pt x="52959" y="25908"/>
                    <a:pt x="51435" y="22765"/>
                    <a:pt x="48482" y="20479"/>
                  </a:cubicBezTo>
                  <a:cubicBezTo>
                    <a:pt x="45434" y="18288"/>
                    <a:pt x="41434" y="17145"/>
                    <a:pt x="36290" y="17145"/>
                  </a:cubicBezTo>
                  <a:cubicBezTo>
                    <a:pt x="31147" y="17145"/>
                    <a:pt x="27242" y="18288"/>
                    <a:pt x="24289" y="20479"/>
                  </a:cubicBezTo>
                  <a:cubicBezTo>
                    <a:pt x="21431" y="22669"/>
                    <a:pt x="19907" y="25813"/>
                    <a:pt x="19907" y="29718"/>
                  </a:cubicBezTo>
                  <a:cubicBezTo>
                    <a:pt x="19907" y="33623"/>
                    <a:pt x="21431" y="36671"/>
                    <a:pt x="24384" y="38957"/>
                  </a:cubicBezTo>
                  <a:close/>
                  <a:moveTo>
                    <a:pt x="122206" y="38767"/>
                  </a:moveTo>
                  <a:lnTo>
                    <a:pt x="107728" y="38767"/>
                  </a:lnTo>
                  <a:lnTo>
                    <a:pt x="107728" y="59722"/>
                  </a:lnTo>
                  <a:lnTo>
                    <a:pt x="87725" y="59722"/>
                  </a:lnTo>
                  <a:lnTo>
                    <a:pt x="87725" y="0"/>
                  </a:lnTo>
                  <a:lnTo>
                    <a:pt x="107728" y="0"/>
                  </a:lnTo>
                  <a:lnTo>
                    <a:pt x="107728" y="18288"/>
                  </a:lnTo>
                  <a:lnTo>
                    <a:pt x="122206" y="18288"/>
                  </a:lnTo>
                  <a:lnTo>
                    <a:pt x="122206" y="387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E895FAC6-B19C-EC2E-E67E-381C1DCAE01B}"/>
                </a:ext>
              </a:extLst>
            </p:cNvPr>
            <p:cNvSpPr/>
            <p:nvPr/>
          </p:nvSpPr>
          <p:spPr>
            <a:xfrm>
              <a:off x="4402871" y="8546671"/>
              <a:ext cx="116871" cy="121062"/>
            </a:xfrm>
            <a:custGeom>
              <a:avLst/>
              <a:gdLst>
                <a:gd name="csX0" fmla="*/ 116872 w 116871"/>
                <a:gd name="csY0" fmla="*/ 63817 h 121062"/>
                <a:gd name="csX1" fmla="*/ 0 w 116871"/>
                <a:gd name="csY1" fmla="*/ 63817 h 121062"/>
                <a:gd name="csX2" fmla="*/ 0 w 116871"/>
                <a:gd name="csY2" fmla="*/ 48387 h 121062"/>
                <a:gd name="csX3" fmla="*/ 40291 w 116871"/>
                <a:gd name="csY3" fmla="*/ 48387 h 121062"/>
                <a:gd name="csX4" fmla="*/ 40291 w 116871"/>
                <a:gd name="csY4" fmla="*/ 38195 h 121062"/>
                <a:gd name="csX5" fmla="*/ 60579 w 116871"/>
                <a:gd name="csY5" fmla="*/ 38195 h 121062"/>
                <a:gd name="csX6" fmla="*/ 60579 w 116871"/>
                <a:gd name="csY6" fmla="*/ 48387 h 121062"/>
                <a:gd name="csX7" fmla="*/ 116776 w 116871"/>
                <a:gd name="csY7" fmla="*/ 48387 h 121062"/>
                <a:gd name="csX8" fmla="*/ 116776 w 116871"/>
                <a:gd name="csY8" fmla="*/ 63817 h 121062"/>
                <a:gd name="csX9" fmla="*/ 111157 w 116871"/>
                <a:gd name="csY9" fmla="*/ 107728 h 121062"/>
                <a:gd name="csX10" fmla="*/ 111157 w 116871"/>
                <a:gd name="csY10" fmla="*/ 121063 h 121062"/>
                <a:gd name="csX11" fmla="*/ 7334 w 116871"/>
                <a:gd name="csY11" fmla="*/ 121063 h 121062"/>
                <a:gd name="csX12" fmla="*/ 7334 w 116871"/>
                <a:gd name="csY12" fmla="*/ 90106 h 121062"/>
                <a:gd name="csX13" fmla="*/ 90011 w 116871"/>
                <a:gd name="csY13" fmla="*/ 90106 h 121062"/>
                <a:gd name="csX14" fmla="*/ 90011 w 116871"/>
                <a:gd name="csY14" fmla="*/ 84106 h 121062"/>
                <a:gd name="csX15" fmla="*/ 6953 w 116871"/>
                <a:gd name="csY15" fmla="*/ 84106 h 121062"/>
                <a:gd name="csX16" fmla="*/ 6953 w 116871"/>
                <a:gd name="csY16" fmla="*/ 70771 h 121062"/>
                <a:gd name="csX17" fmla="*/ 109633 w 116871"/>
                <a:gd name="csY17" fmla="*/ 70771 h 121062"/>
                <a:gd name="csX18" fmla="*/ 109633 w 116871"/>
                <a:gd name="csY18" fmla="*/ 101727 h 121062"/>
                <a:gd name="csX19" fmla="*/ 26956 w 116871"/>
                <a:gd name="csY19" fmla="*/ 101727 h 121062"/>
                <a:gd name="csX20" fmla="*/ 26956 w 116871"/>
                <a:gd name="csY20" fmla="*/ 107728 h 121062"/>
                <a:gd name="csX21" fmla="*/ 111062 w 116871"/>
                <a:gd name="csY21" fmla="*/ 107728 h 121062"/>
                <a:gd name="csX22" fmla="*/ 7525 w 116871"/>
                <a:gd name="csY22" fmla="*/ 38386 h 121062"/>
                <a:gd name="csX23" fmla="*/ 7525 w 116871"/>
                <a:gd name="csY23" fmla="*/ 23336 h 121062"/>
                <a:gd name="csX24" fmla="*/ 89440 w 116871"/>
                <a:gd name="csY24" fmla="*/ 23336 h 121062"/>
                <a:gd name="csX25" fmla="*/ 89440 w 116871"/>
                <a:gd name="csY25" fmla="*/ 15431 h 121062"/>
                <a:gd name="csX26" fmla="*/ 7525 w 116871"/>
                <a:gd name="csY26" fmla="*/ 15431 h 121062"/>
                <a:gd name="csX27" fmla="*/ 7525 w 116871"/>
                <a:gd name="csY27" fmla="*/ 0 h 121062"/>
                <a:gd name="csX28" fmla="*/ 109442 w 116871"/>
                <a:gd name="csY28" fmla="*/ 0 h 121062"/>
                <a:gd name="csX29" fmla="*/ 109442 w 116871"/>
                <a:gd name="csY29" fmla="*/ 46958 h 121062"/>
                <a:gd name="csX30" fmla="*/ 89440 w 116871"/>
                <a:gd name="csY30" fmla="*/ 46958 h 121062"/>
                <a:gd name="csX31" fmla="*/ 89440 w 116871"/>
                <a:gd name="csY31" fmla="*/ 38386 h 121062"/>
                <a:gd name="csX32" fmla="*/ 7525 w 116871"/>
                <a:gd name="csY32" fmla="*/ 38386 h 121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16871" h="121062">
                  <a:moveTo>
                    <a:pt x="116872" y="63817"/>
                  </a:moveTo>
                  <a:lnTo>
                    <a:pt x="0" y="63817"/>
                  </a:lnTo>
                  <a:lnTo>
                    <a:pt x="0" y="48387"/>
                  </a:lnTo>
                  <a:lnTo>
                    <a:pt x="40291" y="48387"/>
                  </a:lnTo>
                  <a:lnTo>
                    <a:pt x="40291" y="38195"/>
                  </a:lnTo>
                  <a:lnTo>
                    <a:pt x="60579" y="38195"/>
                  </a:lnTo>
                  <a:lnTo>
                    <a:pt x="60579" y="48387"/>
                  </a:lnTo>
                  <a:lnTo>
                    <a:pt x="116776" y="48387"/>
                  </a:lnTo>
                  <a:lnTo>
                    <a:pt x="116776" y="63817"/>
                  </a:lnTo>
                  <a:close/>
                  <a:moveTo>
                    <a:pt x="111157" y="107728"/>
                  </a:moveTo>
                  <a:lnTo>
                    <a:pt x="111157" y="121063"/>
                  </a:lnTo>
                  <a:lnTo>
                    <a:pt x="7334" y="121063"/>
                  </a:lnTo>
                  <a:lnTo>
                    <a:pt x="7334" y="90106"/>
                  </a:lnTo>
                  <a:lnTo>
                    <a:pt x="90011" y="90106"/>
                  </a:lnTo>
                  <a:lnTo>
                    <a:pt x="90011" y="84106"/>
                  </a:lnTo>
                  <a:lnTo>
                    <a:pt x="6953" y="84106"/>
                  </a:lnTo>
                  <a:lnTo>
                    <a:pt x="6953" y="70771"/>
                  </a:lnTo>
                  <a:lnTo>
                    <a:pt x="109633" y="70771"/>
                  </a:lnTo>
                  <a:lnTo>
                    <a:pt x="109633" y="101727"/>
                  </a:lnTo>
                  <a:lnTo>
                    <a:pt x="26956" y="101727"/>
                  </a:lnTo>
                  <a:lnTo>
                    <a:pt x="26956" y="107728"/>
                  </a:lnTo>
                  <a:lnTo>
                    <a:pt x="111062" y="107728"/>
                  </a:lnTo>
                  <a:close/>
                  <a:moveTo>
                    <a:pt x="7525" y="38386"/>
                  </a:moveTo>
                  <a:lnTo>
                    <a:pt x="7525" y="23336"/>
                  </a:lnTo>
                  <a:lnTo>
                    <a:pt x="89440" y="23336"/>
                  </a:lnTo>
                  <a:lnTo>
                    <a:pt x="89440" y="15431"/>
                  </a:lnTo>
                  <a:lnTo>
                    <a:pt x="7525" y="15431"/>
                  </a:lnTo>
                  <a:lnTo>
                    <a:pt x="7525" y="0"/>
                  </a:lnTo>
                  <a:lnTo>
                    <a:pt x="109442" y="0"/>
                  </a:lnTo>
                  <a:lnTo>
                    <a:pt x="109442" y="46958"/>
                  </a:lnTo>
                  <a:lnTo>
                    <a:pt x="89440" y="46958"/>
                  </a:lnTo>
                  <a:lnTo>
                    <a:pt x="89440" y="38386"/>
                  </a:lnTo>
                  <a:lnTo>
                    <a:pt x="7525" y="3838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72887034-4A5F-131C-385C-6FBE375AE10A}"/>
                </a:ext>
              </a:extLst>
            </p:cNvPr>
            <p:cNvSpPr/>
            <p:nvPr/>
          </p:nvSpPr>
          <p:spPr>
            <a:xfrm>
              <a:off x="4544317" y="8549624"/>
              <a:ext cx="116871" cy="113823"/>
            </a:xfrm>
            <a:custGeom>
              <a:avLst/>
              <a:gdLst>
                <a:gd name="csX0" fmla="*/ 0 w 116871"/>
                <a:gd name="csY0" fmla="*/ 113824 h 113823"/>
                <a:gd name="csX1" fmla="*/ 0 w 116871"/>
                <a:gd name="csY1" fmla="*/ 94012 h 113823"/>
                <a:gd name="csX2" fmla="*/ 116872 w 116871"/>
                <a:gd name="csY2" fmla="*/ 94012 h 113823"/>
                <a:gd name="csX3" fmla="*/ 116872 w 116871"/>
                <a:gd name="csY3" fmla="*/ 113824 h 113823"/>
                <a:gd name="csX4" fmla="*/ 0 w 116871"/>
                <a:gd name="csY4" fmla="*/ 113824 h 113823"/>
                <a:gd name="csX5" fmla="*/ 88964 w 116871"/>
                <a:gd name="csY5" fmla="*/ 84487 h 113823"/>
                <a:gd name="csX6" fmla="*/ 88964 w 116871"/>
                <a:gd name="csY6" fmla="*/ 19717 h 113823"/>
                <a:gd name="csX7" fmla="*/ 6382 w 116871"/>
                <a:gd name="csY7" fmla="*/ 19717 h 113823"/>
                <a:gd name="csX8" fmla="*/ 6382 w 116871"/>
                <a:gd name="csY8" fmla="*/ 0 h 113823"/>
                <a:gd name="csX9" fmla="*/ 110014 w 116871"/>
                <a:gd name="csY9" fmla="*/ 0 h 113823"/>
                <a:gd name="csX10" fmla="*/ 110014 w 116871"/>
                <a:gd name="csY10" fmla="*/ 84487 h 113823"/>
                <a:gd name="csX11" fmla="*/ 88868 w 116871"/>
                <a:gd name="csY11" fmla="*/ 84487 h 113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6871" h="113823">
                  <a:moveTo>
                    <a:pt x="0" y="113824"/>
                  </a:moveTo>
                  <a:lnTo>
                    <a:pt x="0" y="94012"/>
                  </a:lnTo>
                  <a:lnTo>
                    <a:pt x="116872" y="94012"/>
                  </a:lnTo>
                  <a:lnTo>
                    <a:pt x="116872" y="113824"/>
                  </a:lnTo>
                  <a:lnTo>
                    <a:pt x="0" y="113824"/>
                  </a:lnTo>
                  <a:close/>
                  <a:moveTo>
                    <a:pt x="88964" y="84487"/>
                  </a:moveTo>
                  <a:lnTo>
                    <a:pt x="88964" y="19717"/>
                  </a:lnTo>
                  <a:lnTo>
                    <a:pt x="6382" y="19717"/>
                  </a:lnTo>
                  <a:lnTo>
                    <a:pt x="6382" y="0"/>
                  </a:lnTo>
                  <a:lnTo>
                    <a:pt x="110014" y="0"/>
                  </a:lnTo>
                  <a:lnTo>
                    <a:pt x="110014" y="84487"/>
                  </a:lnTo>
                  <a:lnTo>
                    <a:pt x="88868" y="8448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A362B676-8D0D-31D4-A55F-8CFE1C31980A}"/>
                </a:ext>
              </a:extLst>
            </p:cNvPr>
            <p:cNvSpPr/>
            <p:nvPr/>
          </p:nvSpPr>
          <p:spPr>
            <a:xfrm>
              <a:off x="4685859" y="8546767"/>
              <a:ext cx="116871" cy="120967"/>
            </a:xfrm>
            <a:custGeom>
              <a:avLst/>
              <a:gdLst>
                <a:gd name="csX0" fmla="*/ 116777 w 116871"/>
                <a:gd name="csY0" fmla="*/ 72104 h 120967"/>
                <a:gd name="csX1" fmla="*/ 68390 w 116871"/>
                <a:gd name="csY1" fmla="*/ 72104 h 120967"/>
                <a:gd name="csX2" fmla="*/ 68390 w 116871"/>
                <a:gd name="csY2" fmla="*/ 80486 h 120967"/>
                <a:gd name="csX3" fmla="*/ 48387 w 116871"/>
                <a:gd name="csY3" fmla="*/ 80486 h 120967"/>
                <a:gd name="csX4" fmla="*/ 48387 w 116871"/>
                <a:gd name="csY4" fmla="*/ 72104 h 120967"/>
                <a:gd name="csX5" fmla="*/ 0 w 116871"/>
                <a:gd name="csY5" fmla="*/ 72104 h 120967"/>
                <a:gd name="csX6" fmla="*/ 0 w 116871"/>
                <a:gd name="csY6" fmla="*/ 56674 h 120967"/>
                <a:gd name="csX7" fmla="*/ 116872 w 116871"/>
                <a:gd name="csY7" fmla="*/ 56674 h 120967"/>
                <a:gd name="csX8" fmla="*/ 116872 w 116871"/>
                <a:gd name="csY8" fmla="*/ 72104 h 120967"/>
                <a:gd name="csX9" fmla="*/ 109633 w 116871"/>
                <a:gd name="csY9" fmla="*/ 77819 h 120967"/>
                <a:gd name="csX10" fmla="*/ 109633 w 116871"/>
                <a:gd name="csY10" fmla="*/ 120967 h 120967"/>
                <a:gd name="csX11" fmla="*/ 7049 w 116871"/>
                <a:gd name="csY11" fmla="*/ 120967 h 120967"/>
                <a:gd name="csX12" fmla="*/ 7049 w 116871"/>
                <a:gd name="csY12" fmla="*/ 77438 h 120967"/>
                <a:gd name="csX13" fmla="*/ 26765 w 116871"/>
                <a:gd name="csY13" fmla="*/ 77438 h 120967"/>
                <a:gd name="csX14" fmla="*/ 26765 w 116871"/>
                <a:gd name="csY14" fmla="*/ 85344 h 120967"/>
                <a:gd name="csX15" fmla="*/ 90107 w 116871"/>
                <a:gd name="csY15" fmla="*/ 85344 h 120967"/>
                <a:gd name="csX16" fmla="*/ 90107 w 116871"/>
                <a:gd name="csY16" fmla="*/ 77724 h 120967"/>
                <a:gd name="csX17" fmla="*/ 109633 w 116871"/>
                <a:gd name="csY17" fmla="*/ 77724 h 120967"/>
                <a:gd name="csX18" fmla="*/ 7239 w 116871"/>
                <a:gd name="csY18" fmla="*/ 13240 h 120967"/>
                <a:gd name="csX19" fmla="*/ 7239 w 116871"/>
                <a:gd name="csY19" fmla="*/ 0 h 120967"/>
                <a:gd name="csX20" fmla="*/ 109347 w 116871"/>
                <a:gd name="csY20" fmla="*/ 0 h 120967"/>
                <a:gd name="csX21" fmla="*/ 109347 w 116871"/>
                <a:gd name="csY21" fmla="*/ 31242 h 120967"/>
                <a:gd name="csX22" fmla="*/ 27146 w 116871"/>
                <a:gd name="csY22" fmla="*/ 31242 h 120967"/>
                <a:gd name="csX23" fmla="*/ 27146 w 116871"/>
                <a:gd name="csY23" fmla="*/ 37624 h 120967"/>
                <a:gd name="csX24" fmla="*/ 110681 w 116871"/>
                <a:gd name="csY24" fmla="*/ 37624 h 120967"/>
                <a:gd name="csX25" fmla="*/ 110681 w 116871"/>
                <a:gd name="csY25" fmla="*/ 50768 h 120967"/>
                <a:gd name="csX26" fmla="*/ 7620 w 116871"/>
                <a:gd name="csY26" fmla="*/ 50768 h 120967"/>
                <a:gd name="csX27" fmla="*/ 7620 w 116871"/>
                <a:gd name="csY27" fmla="*/ 19526 h 120967"/>
                <a:gd name="csX28" fmla="*/ 89726 w 116871"/>
                <a:gd name="csY28" fmla="*/ 19526 h 120967"/>
                <a:gd name="csX29" fmla="*/ 89726 w 116871"/>
                <a:gd name="csY29" fmla="*/ 13145 h 120967"/>
                <a:gd name="csX30" fmla="*/ 7334 w 116871"/>
                <a:gd name="csY30" fmla="*/ 13145 h 120967"/>
                <a:gd name="csX31" fmla="*/ 90107 w 116871"/>
                <a:gd name="csY31" fmla="*/ 99060 h 120967"/>
                <a:gd name="csX32" fmla="*/ 26765 w 116871"/>
                <a:gd name="csY32" fmla="*/ 99060 h 120967"/>
                <a:gd name="csX33" fmla="*/ 26765 w 116871"/>
                <a:gd name="csY33" fmla="*/ 106490 h 120967"/>
                <a:gd name="csX34" fmla="*/ 90107 w 116871"/>
                <a:gd name="csY34" fmla="*/ 106490 h 120967"/>
                <a:gd name="csX35" fmla="*/ 90107 w 116871"/>
                <a:gd name="csY35" fmla="*/ 99060 h 120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16871" h="120967">
                  <a:moveTo>
                    <a:pt x="116777" y="72104"/>
                  </a:moveTo>
                  <a:lnTo>
                    <a:pt x="68390" y="72104"/>
                  </a:lnTo>
                  <a:lnTo>
                    <a:pt x="68390" y="80486"/>
                  </a:lnTo>
                  <a:lnTo>
                    <a:pt x="48387" y="80486"/>
                  </a:lnTo>
                  <a:lnTo>
                    <a:pt x="48387" y="72104"/>
                  </a:lnTo>
                  <a:lnTo>
                    <a:pt x="0" y="72104"/>
                  </a:lnTo>
                  <a:lnTo>
                    <a:pt x="0" y="56674"/>
                  </a:lnTo>
                  <a:lnTo>
                    <a:pt x="116872" y="56674"/>
                  </a:lnTo>
                  <a:lnTo>
                    <a:pt x="116872" y="72104"/>
                  </a:lnTo>
                  <a:close/>
                  <a:moveTo>
                    <a:pt x="109633" y="77819"/>
                  </a:moveTo>
                  <a:lnTo>
                    <a:pt x="109633" y="120967"/>
                  </a:lnTo>
                  <a:lnTo>
                    <a:pt x="7049" y="120967"/>
                  </a:lnTo>
                  <a:lnTo>
                    <a:pt x="7049" y="77438"/>
                  </a:lnTo>
                  <a:lnTo>
                    <a:pt x="26765" y="77438"/>
                  </a:lnTo>
                  <a:lnTo>
                    <a:pt x="26765" y="85344"/>
                  </a:lnTo>
                  <a:lnTo>
                    <a:pt x="90107" y="85344"/>
                  </a:lnTo>
                  <a:lnTo>
                    <a:pt x="90107" y="77724"/>
                  </a:lnTo>
                  <a:lnTo>
                    <a:pt x="109633" y="77724"/>
                  </a:lnTo>
                  <a:close/>
                  <a:moveTo>
                    <a:pt x="7239" y="13240"/>
                  </a:moveTo>
                  <a:lnTo>
                    <a:pt x="7239" y="0"/>
                  </a:lnTo>
                  <a:lnTo>
                    <a:pt x="109347" y="0"/>
                  </a:lnTo>
                  <a:lnTo>
                    <a:pt x="109347" y="31242"/>
                  </a:lnTo>
                  <a:lnTo>
                    <a:pt x="27146" y="31242"/>
                  </a:lnTo>
                  <a:lnTo>
                    <a:pt x="27146" y="37624"/>
                  </a:lnTo>
                  <a:lnTo>
                    <a:pt x="110681" y="37624"/>
                  </a:lnTo>
                  <a:lnTo>
                    <a:pt x="110681" y="50768"/>
                  </a:lnTo>
                  <a:lnTo>
                    <a:pt x="7620" y="50768"/>
                  </a:lnTo>
                  <a:lnTo>
                    <a:pt x="7620" y="19526"/>
                  </a:lnTo>
                  <a:lnTo>
                    <a:pt x="89726" y="19526"/>
                  </a:lnTo>
                  <a:lnTo>
                    <a:pt x="89726" y="13145"/>
                  </a:lnTo>
                  <a:lnTo>
                    <a:pt x="7334" y="13145"/>
                  </a:lnTo>
                  <a:close/>
                  <a:moveTo>
                    <a:pt x="90107" y="99060"/>
                  </a:moveTo>
                  <a:lnTo>
                    <a:pt x="26765" y="99060"/>
                  </a:lnTo>
                  <a:lnTo>
                    <a:pt x="26765" y="106490"/>
                  </a:lnTo>
                  <a:lnTo>
                    <a:pt x="90107" y="106490"/>
                  </a:lnTo>
                  <a:lnTo>
                    <a:pt x="90107" y="990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459415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안서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0290C7C-15CB-5E9B-041A-52E51D451B29}"/>
              </a:ext>
            </a:extLst>
          </p:cNvPr>
          <p:cNvSpPr/>
          <p:nvPr userDrawn="1"/>
        </p:nvSpPr>
        <p:spPr>
          <a:xfrm>
            <a:off x="2" y="0"/>
            <a:ext cx="381037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1463"/>
          </a:p>
        </p:txBody>
      </p:sp>
      <p:sp>
        <p:nvSpPr>
          <p:cNvPr id="4" name="제목 2">
            <a:extLst>
              <a:ext uri="{FF2B5EF4-FFF2-40B4-BE49-F238E27FC236}">
                <a16:creationId xmlns:a16="http://schemas.microsoft.com/office/drawing/2014/main" id="{9260F8E9-2560-D538-790C-9E63A3E72AF2}"/>
              </a:ext>
            </a:extLst>
          </p:cNvPr>
          <p:cNvSpPr txBox="1">
            <a:spLocks/>
          </p:cNvSpPr>
          <p:nvPr userDrawn="1"/>
        </p:nvSpPr>
        <p:spPr>
          <a:xfrm>
            <a:off x="943119" y="1639602"/>
            <a:ext cx="3746996" cy="787940"/>
          </a:xfrm>
          <a:prstGeom prst="rect">
            <a:avLst/>
          </a:prstGeom>
        </p:spPr>
        <p:txBody>
          <a:bodyPr lIns="0" rIns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en-US" sz="2400" b="0" kern="1200" spc="-8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Black" panose="020B0A00000000000000" pitchFamily="34" charset="-127"/>
                <a:ea typeface="Noto Sans CJK KR Black" panose="020B0A00000000000000" pitchFamily="34" charset="-127"/>
                <a:cs typeface="+mj-cs"/>
              </a:defRPr>
            </a:lvl1pPr>
          </a:lstStyle>
          <a:p>
            <a:r>
              <a:rPr lang="en-US" altLang="ko-KR" sz="4000" kern="1200" spc="-81" dirty="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  <a:cs typeface="+mn-cs"/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82421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안서 여백">
    <p:bg>
      <p:bgPr>
        <a:solidFill>
          <a:schemeClr val="accent1">
            <a:lumMod val="20000"/>
            <a:lumOff val="8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5C1F0D-8B23-8F07-11FE-8F10B3F5A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247" y="2406528"/>
            <a:ext cx="8093503" cy="582857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accent1"/>
                </a:solidFill>
                <a:latin typeface="Noto Sans CJK KR Black" panose="020B0A00000000000000" pitchFamily="34" charset="-127"/>
                <a:ea typeface="Noto Sans CJK KR Black" panose="020B0A00000000000000" pitchFamily="34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033936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안서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845213" y="497179"/>
            <a:ext cx="8201721" cy="441699"/>
          </a:xfrm>
          <a:prstGeom prst="rect">
            <a:avLst/>
          </a:prstGeom>
        </p:spPr>
        <p:txBody>
          <a:bodyPr/>
          <a:lstStyle>
            <a:lvl1pPr algn="l" defTabSz="74295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en-US" sz="2000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CJK KR Black" panose="020B0A00000000000000" pitchFamily="34" charset="-127"/>
                <a:ea typeface="Noto Sans CJK KR Black" panose="020B0A00000000000000" pitchFamily="34" charset="-127"/>
              </a:defRPr>
            </a:lvl1pPr>
          </a:lstStyle>
          <a:p>
            <a:pPr marL="0" lvl="0"/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7" name="텍스트 개체 틀 9"/>
          <p:cNvSpPr>
            <a:spLocks noGrp="1"/>
          </p:cNvSpPr>
          <p:nvPr>
            <p:ph type="body" sz="quarter" idx="13" hasCustomPrompt="1"/>
          </p:nvPr>
        </p:nvSpPr>
        <p:spPr>
          <a:xfrm>
            <a:off x="930474" y="898313"/>
            <a:ext cx="8118276" cy="672129"/>
          </a:xfrm>
          <a:prstGeom prst="rect">
            <a:avLst/>
          </a:prstGeom>
        </p:spPr>
        <p:txBody>
          <a:bodyPr wrap="square" lIns="0" rIns="0">
            <a:noAutofit/>
          </a:bodyPr>
          <a:lstStyle>
            <a:lvl1pPr marL="0" indent="0" latinLnBrk="0">
              <a:lnSpc>
                <a:spcPct val="140000"/>
              </a:lnSpc>
              <a:spcBef>
                <a:spcPts val="488"/>
              </a:spcBef>
              <a:buNone/>
              <a:defRPr lang="ko-KR" altLang="en-US" sz="1200" kern="1200" spc="-65" baseline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defRPr>
            </a:lvl1pPr>
            <a:lvl2pPr marL="371475" indent="0">
              <a:buNone/>
              <a:defRPr/>
            </a:lvl2pPr>
          </a:lstStyle>
          <a:p>
            <a:pPr marL="0" lvl="0" indent="0" algn="l" defTabSz="742950" rtl="0" eaLnBrk="1" latinLnBrk="0" hangingPunct="1">
              <a:lnSpc>
                <a:spcPct val="120000"/>
              </a:lnSpc>
              <a:spcBef>
                <a:spcPts val="813"/>
              </a:spcBef>
              <a:buFont typeface="Arial" panose="020B0604020202020204" pitchFamily="34" charset="0"/>
              <a:buNone/>
            </a:pPr>
            <a:r>
              <a:rPr lang="ko-KR" altLang="en-US" dirty="0"/>
              <a:t>마스터 텍스트 스타일 편집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DB00B55-ABBB-4065-92FC-0630E06D59C2}"/>
              </a:ext>
            </a:extLst>
          </p:cNvPr>
          <p:cNvCxnSpPr>
            <a:cxnSpLocks/>
          </p:cNvCxnSpPr>
          <p:nvPr userDrawn="1"/>
        </p:nvCxnSpPr>
        <p:spPr>
          <a:xfrm>
            <a:off x="857250" y="884977"/>
            <a:ext cx="8191500" cy="0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9A2295E8-4349-4FA7-B244-4B93382666B1}"/>
              </a:ext>
            </a:extLst>
          </p:cNvPr>
          <p:cNvSpPr/>
          <p:nvPr userDrawn="1"/>
        </p:nvSpPr>
        <p:spPr>
          <a:xfrm>
            <a:off x="915789" y="6405367"/>
            <a:ext cx="2401298" cy="18735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algn="l" eaLnBrk="0" latinLnBrk="0" hangingPunct="0">
              <a:lnSpc>
                <a:spcPct val="95000"/>
              </a:lnSpc>
              <a:defRPr/>
            </a:pPr>
            <a:r>
              <a:rPr lang="en-US" altLang="ko-KR" sz="650" dirty="0">
                <a:solidFill>
                  <a:schemeClr val="bg1">
                    <a:lumMod val="7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Copyright © 2026 by CLiCK Consulting  ALL RIGHTS RESERVED.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8F6D483-FF01-4894-89A0-55C7A6C957A1}"/>
              </a:ext>
            </a:extLst>
          </p:cNvPr>
          <p:cNvSpPr/>
          <p:nvPr userDrawn="1"/>
        </p:nvSpPr>
        <p:spPr>
          <a:xfrm>
            <a:off x="8871589" y="6416147"/>
            <a:ext cx="118622" cy="211148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marL="0" algn="r" defTabSz="742950" rtl="0" eaLnBrk="0" latinLnBrk="0" hangingPunct="0">
              <a:lnSpc>
                <a:spcPct val="95000"/>
              </a:lnSpc>
              <a:defRPr/>
            </a:pPr>
            <a:fld id="{E3960A62-5D85-4F02-BC14-855BAFE7CD99}" type="slidenum">
              <a:rPr lang="ko-KR" altLang="en-US" sz="813" kern="1200" smtClean="0">
                <a:solidFill>
                  <a:schemeClr val="bg1">
                    <a:lumMod val="7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pPr marL="0" algn="r" defTabSz="742950" rtl="0" eaLnBrk="0" latinLnBrk="0" hangingPunct="0">
                <a:lnSpc>
                  <a:spcPct val="95000"/>
                </a:lnSpc>
                <a:defRPr/>
              </a:pPr>
              <a:t>‹#›</a:t>
            </a:fld>
            <a:endParaRPr lang="ko-KR" altLang="en-US" sz="813" kern="1200" dirty="0">
              <a:solidFill>
                <a:schemeClr val="bg1">
                  <a:lumMod val="7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3253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17" userDrawn="1">
          <p15:clr>
            <a:srgbClr val="FBAE40"/>
          </p15:clr>
        </p15:guide>
        <p15:guide id="4" orient="horz" pos="399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안서 여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1905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안서 참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710705" y="649288"/>
            <a:ext cx="8484592" cy="441699"/>
          </a:xfrm>
          <a:prstGeom prst="rect">
            <a:avLst/>
          </a:prstGeom>
        </p:spPr>
        <p:txBody>
          <a:bodyPr lIns="0" rIns="0" anchor="ctr">
            <a:noAutofit/>
          </a:bodyPr>
          <a:lstStyle>
            <a:lvl1pPr algn="l" defTabSz="74295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en-US" sz="1625" b="0" kern="1200" spc="-65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Black" panose="020B0A00000000000000" pitchFamily="34" charset="-127"/>
                <a:ea typeface="Noto Sans CJK KR Black" panose="020B0A00000000000000" pitchFamily="34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7" name="텍스트 개체 틀 9"/>
          <p:cNvSpPr>
            <a:spLocks noGrp="1"/>
          </p:cNvSpPr>
          <p:nvPr>
            <p:ph type="body" sz="quarter" idx="13"/>
          </p:nvPr>
        </p:nvSpPr>
        <p:spPr>
          <a:xfrm>
            <a:off x="710705" y="1052737"/>
            <a:ext cx="8463955" cy="672129"/>
          </a:xfrm>
          <a:prstGeom prst="rect">
            <a:avLst/>
          </a:prstGeom>
        </p:spPr>
        <p:txBody>
          <a:bodyPr wrap="square" lIns="0" rIns="0">
            <a:noAutofit/>
          </a:bodyPr>
          <a:lstStyle>
            <a:lvl1pPr marL="0" indent="0" latinLnBrk="0">
              <a:lnSpc>
                <a:spcPct val="114000"/>
              </a:lnSpc>
              <a:spcBef>
                <a:spcPts val="488"/>
              </a:spcBef>
              <a:buNone/>
              <a:defRPr lang="ko-KR" altLang="en-US" sz="1138" kern="1200" spc="-41" baseline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  <a:cs typeface="+mn-cs"/>
              </a:defRPr>
            </a:lvl1pPr>
            <a:lvl2pPr marL="371475" indent="0">
              <a:buNone/>
              <a:defRPr/>
            </a:lvl2pPr>
          </a:lstStyle>
          <a:p>
            <a:pPr marL="0" lvl="0" indent="0" algn="l" defTabSz="742950" rtl="0" eaLnBrk="1" latinLnBrk="0" hangingPunct="1">
              <a:lnSpc>
                <a:spcPct val="120000"/>
              </a:lnSpc>
              <a:spcBef>
                <a:spcPts val="813"/>
              </a:spcBef>
              <a:buFont typeface="Arial" panose="020B0604020202020204" pitchFamily="34" charset="0"/>
              <a:buNone/>
            </a:pPr>
            <a:r>
              <a:rPr lang="ko-KR" altLang="en-US" dirty="0"/>
              <a:t>마스터 텍스트 스타일 편집</a:t>
            </a:r>
          </a:p>
        </p:txBody>
      </p:sp>
      <p:sp>
        <p:nvSpPr>
          <p:cNvPr id="8" name="자유형 8">
            <a:extLst>
              <a:ext uri="{FF2B5EF4-FFF2-40B4-BE49-F238E27FC236}">
                <a16:creationId xmlns:a16="http://schemas.microsoft.com/office/drawing/2014/main" id="{8A93CB3E-E7F7-4202-82CA-178E114DD1EA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custGeom>
            <a:avLst/>
            <a:gdLst>
              <a:gd name="connsiteX0" fmla="*/ 482862 w 12192000"/>
              <a:gd name="connsiteY0" fmla="*/ 266701 h 6858000"/>
              <a:gd name="connsiteX1" fmla="*/ 279400 w 12192000"/>
              <a:gd name="connsiteY1" fmla="*/ 470163 h 6858000"/>
              <a:gd name="connsiteX2" fmla="*/ 279400 w 12192000"/>
              <a:gd name="connsiteY2" fmla="*/ 6387839 h 6858000"/>
              <a:gd name="connsiteX3" fmla="*/ 482862 w 12192000"/>
              <a:gd name="connsiteY3" fmla="*/ 6591301 h 6858000"/>
              <a:gd name="connsiteX4" fmla="*/ 11709138 w 12192000"/>
              <a:gd name="connsiteY4" fmla="*/ 6591301 h 6858000"/>
              <a:gd name="connsiteX5" fmla="*/ 11912600 w 12192000"/>
              <a:gd name="connsiteY5" fmla="*/ 6387839 h 6858000"/>
              <a:gd name="connsiteX6" fmla="*/ 11912600 w 12192000"/>
              <a:gd name="connsiteY6" fmla="*/ 470163 h 6858000"/>
              <a:gd name="connsiteX7" fmla="*/ 11709138 w 12192000"/>
              <a:gd name="connsiteY7" fmla="*/ 266701 h 6858000"/>
              <a:gd name="connsiteX8" fmla="*/ 0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0 w 1219200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6858000">
                <a:moveTo>
                  <a:pt x="482862" y="266701"/>
                </a:moveTo>
                <a:cubicBezTo>
                  <a:pt x="370493" y="266701"/>
                  <a:pt x="279400" y="357794"/>
                  <a:pt x="279400" y="470163"/>
                </a:cubicBezTo>
                <a:lnTo>
                  <a:pt x="279400" y="6387839"/>
                </a:lnTo>
                <a:cubicBezTo>
                  <a:pt x="279400" y="6500208"/>
                  <a:pt x="370493" y="6591301"/>
                  <a:pt x="482862" y="6591301"/>
                </a:cubicBezTo>
                <a:lnTo>
                  <a:pt x="11709138" y="6591301"/>
                </a:lnTo>
                <a:cubicBezTo>
                  <a:pt x="11821507" y="6591301"/>
                  <a:pt x="11912600" y="6500208"/>
                  <a:pt x="11912600" y="6387839"/>
                </a:cubicBezTo>
                <a:lnTo>
                  <a:pt x="11912600" y="470163"/>
                </a:lnTo>
                <a:cubicBezTo>
                  <a:pt x="11912600" y="357794"/>
                  <a:pt x="11821507" y="266701"/>
                  <a:pt x="11709138" y="2667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</p:spTree>
    <p:extLst>
      <p:ext uri="{BB962C8B-B14F-4D97-AF65-F5344CB8AC3E}">
        <p14:creationId xmlns:p14="http://schemas.microsoft.com/office/powerpoint/2010/main" val="701926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51">
          <p15:clr>
            <a:srgbClr val="FBAE40"/>
          </p15:clr>
        </p15:guide>
        <p15:guide id="2" orient="horz" pos="323">
          <p15:clr>
            <a:srgbClr val="FBAE40"/>
          </p15:clr>
        </p15:guide>
        <p15:guide id="3" pos="7129">
          <p15:clr>
            <a:srgbClr val="FBAE40"/>
          </p15:clr>
        </p15:guide>
        <p15:guide id="4" orient="horz" pos="3884">
          <p15:clr>
            <a:srgbClr val="FBAE40"/>
          </p15:clr>
        </p15:guide>
        <p15:guide id="5" orient="horz" pos="1230">
          <p15:clr>
            <a:srgbClr val="FBAE40"/>
          </p15:clr>
        </p15:guide>
        <p15:guide id="6" orient="horz" pos="1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B41AC77-ADBD-F31F-8DFB-57725EE63E41}"/>
              </a:ext>
            </a:extLst>
          </p:cNvPr>
          <p:cNvSpPr/>
          <p:nvPr userDrawn="1"/>
        </p:nvSpPr>
        <p:spPr>
          <a:xfrm>
            <a:off x="10002164" y="0"/>
            <a:ext cx="294084" cy="361950"/>
          </a:xfrm>
          <a:prstGeom prst="rect">
            <a:avLst/>
          </a:prstGeom>
          <a:solidFill>
            <a:srgbClr val="1C9A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38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D2C9587-DBE9-9C07-7184-CF1C2360E998}"/>
              </a:ext>
            </a:extLst>
          </p:cNvPr>
          <p:cNvSpPr/>
          <p:nvPr userDrawn="1"/>
        </p:nvSpPr>
        <p:spPr>
          <a:xfrm>
            <a:off x="10002164" y="485775"/>
            <a:ext cx="294084" cy="361950"/>
          </a:xfrm>
          <a:prstGeom prst="rect">
            <a:avLst/>
          </a:prstGeom>
          <a:solidFill>
            <a:srgbClr val="9395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3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0F452D4-E414-9326-7DD2-052503AA28F4}"/>
              </a:ext>
            </a:extLst>
          </p:cNvPr>
          <p:cNvSpPr/>
          <p:nvPr userDrawn="1"/>
        </p:nvSpPr>
        <p:spPr>
          <a:xfrm>
            <a:off x="10002164" y="971550"/>
            <a:ext cx="294084" cy="361950"/>
          </a:xfrm>
          <a:prstGeom prst="rect">
            <a:avLst/>
          </a:prstGeom>
          <a:solidFill>
            <a:srgbClr val="7D7E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1138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DE96C0C-4A35-E864-3283-9B84254B209C}"/>
              </a:ext>
            </a:extLst>
          </p:cNvPr>
          <p:cNvSpPr/>
          <p:nvPr userDrawn="1"/>
        </p:nvSpPr>
        <p:spPr>
          <a:xfrm>
            <a:off x="10002164" y="1457325"/>
            <a:ext cx="294084" cy="36195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1138" dirty="0"/>
          </a:p>
        </p:txBody>
      </p:sp>
    </p:spTree>
    <p:extLst>
      <p:ext uri="{BB962C8B-B14F-4D97-AF65-F5344CB8AC3E}">
        <p14:creationId xmlns:p14="http://schemas.microsoft.com/office/powerpoint/2010/main" val="3288695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714" r:id="rId2"/>
    <p:sldLayoutId id="2147483712" r:id="rId3"/>
    <p:sldLayoutId id="2147483695" r:id="rId4"/>
    <p:sldLayoutId id="2147483711" r:id="rId5"/>
    <p:sldLayoutId id="2147483715" r:id="rId6"/>
  </p:sldLayoutIdLst>
  <p:txStyles>
    <p:titleStyle>
      <a:lvl1pPr algn="l" defTabSz="742950" rtl="0" eaLnBrk="1" latinLnBrk="1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j-cs"/>
        </a:defRPr>
      </a:lvl1pPr>
    </p:titleStyle>
    <p:bodyStyle>
      <a:lvl1pPr marL="185738" indent="-185738" algn="l" defTabSz="742950" rtl="0" eaLnBrk="1" latinLnBrk="1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1pPr>
      <a:lvl2pPr marL="55721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2pPr>
      <a:lvl3pPr marL="92868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3pPr>
      <a:lvl4pPr marL="130016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4pPr>
      <a:lvl5pPr marL="167163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5pPr>
      <a:lvl6pPr marL="204311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540" userDrawn="1">
          <p15:clr>
            <a:srgbClr val="F26B43"/>
          </p15:clr>
        </p15:guide>
        <p15:guide id="3" pos="5700" userDrawn="1">
          <p15:clr>
            <a:srgbClr val="F26B43"/>
          </p15:clr>
        </p15:guide>
        <p15:guide id="4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jpeg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353A129-643C-4136-8F6D-748292A1FFC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57250" y="3142768"/>
            <a:ext cx="1463862" cy="286232"/>
          </a:xfrm>
        </p:spPr>
        <p:txBody>
          <a:bodyPr/>
          <a:lstStyle/>
          <a:p>
            <a:r>
              <a:rPr lang="en-US" altLang="ko-KR" dirty="0">
                <a:latin typeface="나눔고딕 Light" panose="020D0904000000000000" pitchFamily="50" charset="-127"/>
                <a:ea typeface="나눔고딕 Light" panose="020D0904000000000000" pitchFamily="50" charset="-127"/>
              </a:rPr>
              <a:t>May 21</a:t>
            </a:r>
            <a:r>
              <a:rPr lang="en-US" altLang="ko-KR" baseline="30000" dirty="0">
                <a:latin typeface="나눔고딕 Light" panose="020D0904000000000000" pitchFamily="50" charset="-127"/>
                <a:ea typeface="나눔고딕 Light" panose="020D0904000000000000" pitchFamily="50" charset="-127"/>
              </a:rPr>
              <a:t>th</a:t>
            </a:r>
            <a:r>
              <a:rPr lang="en-US" altLang="ko-KR" dirty="0">
                <a:latin typeface="나눔고딕 Light" panose="020D0904000000000000" pitchFamily="50" charset="-127"/>
                <a:ea typeface="나눔고딕 Light" panose="020D0904000000000000" pitchFamily="50" charset="-127"/>
              </a:rPr>
              <a:t>,</a:t>
            </a:r>
            <a:r>
              <a:rPr lang="ko-KR" altLang="en-US" dirty="0">
                <a:latin typeface="나눔고딕 Light" panose="020D0904000000000000" pitchFamily="50" charset="-127"/>
                <a:ea typeface="나눔고딕 Light" panose="020D0904000000000000" pitchFamily="50" charset="-127"/>
              </a:rPr>
              <a:t> </a:t>
            </a:r>
            <a:r>
              <a:rPr lang="en-US" altLang="ko-KR" dirty="0">
                <a:latin typeface="나눔고딕 Light" panose="020D0904000000000000" pitchFamily="50" charset="-127"/>
                <a:ea typeface="나눔고딕 Light" panose="020D0904000000000000" pitchFamily="50" charset="-127"/>
              </a:rPr>
              <a:t>2026</a:t>
            </a:r>
            <a:endParaRPr lang="ko-KR" altLang="en-US" dirty="0">
              <a:latin typeface="나눔고딕 Light" panose="020D0904000000000000" pitchFamily="50" charset="-127"/>
              <a:ea typeface="나눔고딕 Light" panose="020D0904000000000000" pitchFamily="50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E65E15-7DD6-A083-2646-F97ADBB3BC3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57250" y="2389115"/>
            <a:ext cx="8192169" cy="590919"/>
          </a:xfrm>
        </p:spPr>
        <p:txBody>
          <a:bodyPr/>
          <a:lstStyle/>
          <a:p>
            <a:r>
              <a:rPr lang="en-US" altLang="ko-KR" sz="3600" dirty="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class_name</a:t>
            </a:r>
            <a:r>
              <a:rPr lang="en-US" altLang="ko-KR" sz="36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lang="ko-KR" altLang="en-US" sz="36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결과 보고</a:t>
            </a:r>
          </a:p>
        </p:txBody>
      </p:sp>
    </p:spTree>
    <p:extLst>
      <p:ext uri="{BB962C8B-B14F-4D97-AF65-F5344CB8AC3E}">
        <p14:creationId xmlns:p14="http://schemas.microsoft.com/office/powerpoint/2010/main" val="4170201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63F8D6B-BFFC-B85B-96F9-B6D84CFBCF4F}"/>
              </a:ext>
            </a:extLst>
          </p:cNvPr>
          <p:cNvSpPr/>
          <p:nvPr/>
        </p:nvSpPr>
        <p:spPr>
          <a:xfrm>
            <a:off x="4953000" y="1639725"/>
            <a:ext cx="4126005" cy="5198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Bef>
                <a:spcPts val="200"/>
              </a:spcBef>
              <a:defRPr/>
            </a:pPr>
            <a:r>
              <a:rPr lang="ko-KR" altLang="en-US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■</a:t>
            </a:r>
            <a:r>
              <a:rPr lang="en-US" altLang="ko-KR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Summary</a:t>
            </a:r>
          </a:p>
          <a:p>
            <a:pPr marL="269875" indent="-269875">
              <a:lnSpc>
                <a:spcPct val="200000"/>
              </a:lnSpc>
              <a:spcBef>
                <a:spcPts val="200"/>
              </a:spcBef>
              <a:buAutoNum type="arabicPeriod"/>
              <a:defRPr/>
            </a:pPr>
            <a:r>
              <a:rPr lang="ko-KR" altLang="en-US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 개요</a:t>
            </a:r>
            <a:endParaRPr lang="en-US" altLang="ko-KR" sz="16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269875" indent="-269875">
              <a:lnSpc>
                <a:spcPct val="200000"/>
              </a:lnSpc>
              <a:spcBef>
                <a:spcPts val="200"/>
              </a:spcBef>
              <a:buFont typeface="+mj-lt"/>
              <a:buAutoNum type="arabicPeriod" startAt="2"/>
              <a:defRPr/>
            </a:pPr>
            <a:r>
              <a:rPr lang="ko-KR" altLang="en-US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결과</a:t>
            </a:r>
            <a:endParaRPr lang="en-US" altLang="ko-KR" sz="16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357188" indent="-176213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14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정량 평가</a:t>
            </a:r>
            <a:endParaRPr lang="en-US" altLang="ko-KR" sz="14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357188" indent="-176213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14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정성 평가</a:t>
            </a:r>
            <a:endParaRPr lang="en-US" altLang="ko-KR" sz="14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69875" indent="-269875">
              <a:lnSpc>
                <a:spcPct val="200000"/>
              </a:lnSpc>
              <a:spcBef>
                <a:spcPts val="200"/>
              </a:spcBef>
              <a:buFont typeface="+mj-lt"/>
              <a:buAutoNum type="arabicPeriod" startAt="3"/>
              <a:tabLst>
                <a:tab pos="269875" algn="l"/>
              </a:tabLst>
              <a:defRPr/>
            </a:pPr>
            <a:r>
              <a:rPr lang="ko-KR" altLang="en-US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 </a:t>
            </a:r>
            <a:r>
              <a:rPr lang="en-US" altLang="ko-KR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Review</a:t>
            </a:r>
            <a:r>
              <a:rPr lang="ko-KR" altLang="en-US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및 제언</a:t>
            </a:r>
            <a:endParaRPr lang="en-US" altLang="ko-KR" sz="16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269875" indent="-269875">
              <a:lnSpc>
                <a:spcPct val="200000"/>
              </a:lnSpc>
              <a:spcBef>
                <a:spcPts val="200"/>
              </a:spcBef>
              <a:buFont typeface="+mj-lt"/>
              <a:buAutoNum type="arabicPeriod" startAt="3"/>
              <a:defRPr/>
            </a:pPr>
            <a:r>
              <a:rPr lang="en-US" altLang="ko-KR" sz="16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Appendix</a:t>
            </a:r>
          </a:p>
          <a:p>
            <a:pPr marL="357188" indent="-176213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14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교육 스케치</a:t>
            </a:r>
            <a:endParaRPr lang="en-US" altLang="ko-KR" sz="14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357188" indent="-176213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14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교육 참석자 명단</a:t>
            </a:r>
            <a:endParaRPr lang="en-US" altLang="ko-KR" sz="14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357188" indent="-176213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14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강사 프로필</a:t>
            </a:r>
            <a:endParaRPr lang="en-US" altLang="ko-KR" sz="14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357188" indent="-176213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14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설문 문항</a:t>
            </a:r>
            <a:endParaRPr lang="en-US" altLang="ko-KR" sz="14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200000"/>
              </a:lnSpc>
              <a:spcBef>
                <a:spcPts val="200"/>
              </a:spcBef>
              <a:defRPr/>
            </a:pPr>
            <a:endParaRPr lang="en-US" altLang="ko-KR" sz="16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778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A5712-0008-6881-7C6A-AD23DD0A2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D23E99D-2005-D8B7-0CCC-C027845E53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26667"/>
              </p:ext>
            </p:extLst>
          </p:nvPr>
        </p:nvGraphicFramePr>
        <p:xfrm>
          <a:off x="2091812" y="2566220"/>
          <a:ext cx="6775700" cy="1569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7810">
                  <a:extLst>
                    <a:ext uri="{9D8B030D-6E8A-4147-A177-3AD203B41FA5}">
                      <a16:colId xmlns:a16="http://schemas.microsoft.com/office/drawing/2014/main" val="2847619918"/>
                    </a:ext>
                  </a:extLst>
                </a:gridCol>
                <a:gridCol w="3947890">
                  <a:extLst>
                    <a:ext uri="{9D8B030D-6E8A-4147-A177-3AD203B41FA5}">
                      <a16:colId xmlns:a16="http://schemas.microsoft.com/office/drawing/2014/main" val="3086147995"/>
                    </a:ext>
                  </a:extLst>
                </a:gridCol>
              </a:tblGrid>
              <a:tr h="313964">
                <a:tc>
                  <a:txBody>
                    <a:bodyPr/>
                    <a:lstStyle/>
                    <a:p>
                      <a:pPr marL="0" algn="ctr" defTabSz="742950" rtl="0" eaLnBrk="1" latinLnBrk="1" hangingPunct="1"/>
                      <a:r>
                        <a:rPr lang="ko-KR" altLang="en-US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정량 평가 </a:t>
                      </a:r>
                      <a:r>
                        <a:rPr lang="en-US" altLang="ko-KR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만족도 평균</a:t>
                      </a:r>
                      <a:r>
                        <a:rPr lang="en-US" altLang="ko-KR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</a:t>
                      </a:r>
                      <a:endParaRPr lang="ko-KR" altLang="en-US" sz="1200" b="1" kern="1200" dirty="0">
                        <a:solidFill>
                          <a:srgbClr val="40404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latinLnBrk="1" hangingPunct="1"/>
                      <a:r>
                        <a:rPr lang="ko-KR" altLang="en-US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정성 평가 </a:t>
                      </a:r>
                      <a:r>
                        <a:rPr lang="en-US" altLang="ko-KR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주관식 설문</a:t>
                      </a:r>
                      <a:r>
                        <a:rPr lang="en-US" altLang="ko-KR" sz="12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</a:t>
                      </a:r>
                      <a:endParaRPr lang="ko-KR" altLang="en-US" sz="1200" b="1" kern="1200" dirty="0">
                        <a:solidFill>
                          <a:srgbClr val="40404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920268"/>
                  </a:ext>
                </a:extLst>
              </a:tr>
              <a:tr h="1255857">
                <a:tc>
                  <a:txBody>
                    <a:bodyPr/>
                    <a:lstStyle/>
                    <a:p>
                      <a:pPr marL="0" algn="ctr" defTabSz="742950" rtl="0" eaLnBrk="1" latinLnBrk="1" hangingPunct="1"/>
                      <a:endParaRPr lang="ko-KR" altLang="en-US" sz="1000" b="0" kern="120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latinLnBrk="1" hangingPunct="1"/>
                      <a:endParaRPr lang="ko-KR" altLang="en-US" sz="1000" b="0" kern="120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2435849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A4625EA9-D8B7-67CC-C72F-B3F4CCDF6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Summary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2D996-BBE6-F77E-6E52-E84D0763F38C}"/>
              </a:ext>
            </a:extLst>
          </p:cNvPr>
          <p:cNvSpPr/>
          <p:nvPr/>
        </p:nvSpPr>
        <p:spPr>
          <a:xfrm>
            <a:off x="857250" y="1252138"/>
            <a:ext cx="1051063" cy="1224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00"/>
              </a:spcBef>
            </a:pPr>
            <a:r>
              <a:rPr lang="ko-KR" altLang="en-US" sz="12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운영 개요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ECC6BED-E7DB-A1BE-8C0B-AEADA29125AD}"/>
              </a:ext>
            </a:extLst>
          </p:cNvPr>
          <p:cNvSpPr/>
          <p:nvPr/>
        </p:nvSpPr>
        <p:spPr>
          <a:xfrm>
            <a:off x="857250" y="2566220"/>
            <a:ext cx="1051063" cy="15649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00"/>
              </a:spcBef>
            </a:pPr>
            <a:r>
              <a:rPr lang="ko-KR" altLang="en-US" sz="12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결과</a:t>
            </a:r>
            <a:endParaRPr lang="en-US" altLang="ko-KR" sz="12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aphicFrame>
        <p:nvGraphicFramePr>
          <p:cNvPr id="27" name="차트 0">
            <a:extLst>
              <a:ext uri="{FF2B5EF4-FFF2-40B4-BE49-F238E27FC236}">
                <a16:creationId xmlns:a16="http://schemas.microsoft.com/office/drawing/2014/main" id="{3A5E3B7B-1C10-BAF2-EA60-7BCB80B500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8832318"/>
              </p:ext>
            </p:extLst>
          </p:nvPr>
        </p:nvGraphicFramePr>
        <p:xfrm>
          <a:off x="2091812" y="2887980"/>
          <a:ext cx="2808552" cy="11390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42CA6E9F-8123-DC78-2062-8B73563ABAA3}"/>
              </a:ext>
            </a:extLst>
          </p:cNvPr>
          <p:cNvSpPr/>
          <p:nvPr/>
        </p:nvSpPr>
        <p:spPr>
          <a:xfrm>
            <a:off x="857250" y="4219046"/>
            <a:ext cx="1051063" cy="20891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spcBef>
                <a:spcPts val="200"/>
              </a:spcBef>
            </a:pPr>
            <a:r>
              <a:rPr lang="ko-KR" altLang="en-US" sz="12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 </a:t>
            </a:r>
            <a:r>
              <a:rPr lang="en-US" altLang="ko-KR" sz="12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Review</a:t>
            </a:r>
          </a:p>
          <a:p>
            <a:pPr algn="ctr">
              <a:spcBef>
                <a:spcPts val="200"/>
              </a:spcBef>
            </a:pPr>
            <a:r>
              <a:rPr lang="ko-KR" altLang="en-US" sz="12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및 제언</a:t>
            </a:r>
            <a:endParaRPr lang="en-US" altLang="ko-KR" sz="12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13AA93-2384-2331-343C-6B6430653352}"/>
              </a:ext>
            </a:extLst>
          </p:cNvPr>
          <p:cNvSpPr txBox="1"/>
          <p:nvPr/>
        </p:nvSpPr>
        <p:spPr>
          <a:xfrm>
            <a:off x="5074116" y="2945934"/>
            <a:ext cx="3793396" cy="313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latinLnBrk="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100" b="1" u="sng" kern="0" spc="-4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aaa</a:t>
            </a:r>
            <a:r>
              <a:rPr lang="en-US" altLang="ko-KR" sz="1100" b="1" kern="0" spc="-4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</a:t>
            </a:r>
            <a:r>
              <a:rPr lang="ko-KR" altLang="en-US" sz="1100" b="1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sz="1100" b="1" kern="0" spc="-4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bbb</a:t>
            </a:r>
            <a:r>
              <a:rPr lang="en-US" altLang="ko-KR" sz="1100" b="1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F5A225-AE1B-E76B-FB73-139197C39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833779"/>
              </p:ext>
            </p:extLst>
          </p:nvPr>
        </p:nvGraphicFramePr>
        <p:xfrm>
          <a:off x="2091812" y="4228828"/>
          <a:ext cx="6775700" cy="2079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21">
                  <a:extLst>
                    <a:ext uri="{9D8B030D-6E8A-4147-A177-3AD203B41FA5}">
                      <a16:colId xmlns:a16="http://schemas.microsoft.com/office/drawing/2014/main" val="2501528409"/>
                    </a:ext>
                  </a:extLst>
                </a:gridCol>
                <a:gridCol w="5789779">
                  <a:extLst>
                    <a:ext uri="{9D8B030D-6E8A-4147-A177-3AD203B41FA5}">
                      <a16:colId xmlns:a16="http://schemas.microsoft.com/office/drawing/2014/main" val="613290349"/>
                    </a:ext>
                  </a:extLst>
                </a:gridCol>
              </a:tblGrid>
              <a:tr h="292011">
                <a:tc>
                  <a:txBody>
                    <a:bodyPr/>
                    <a:lstStyle/>
                    <a:p>
                      <a:pPr marL="0" algn="ctr" defTabSz="742950" rtl="0" eaLnBrk="1" latinLnBrk="1" hangingPunct="1"/>
                      <a:r>
                        <a:rPr lang="ko-KR" altLang="en-US" sz="11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구분</a:t>
                      </a:r>
                      <a:endParaRPr lang="ko-KR" altLang="en-US" sz="1100" b="1" kern="1200" dirty="0">
                        <a:solidFill>
                          <a:srgbClr val="70707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주요내용</a:t>
                      </a:r>
                      <a:endParaRPr lang="ko-KR" altLang="en-US" sz="1100" dirty="0">
                        <a:solidFill>
                          <a:srgbClr val="70707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951540"/>
                  </a:ext>
                </a:extLst>
              </a:tr>
              <a:tr h="747802">
                <a:tc>
                  <a:txBody>
                    <a:bodyPr/>
                    <a:lstStyle/>
                    <a:p>
                      <a:pPr marL="0" indent="0" algn="ctr" defTabSz="742950" rtl="0" eaLnBrk="1" latinLnBrk="1" hangingPunct="1">
                        <a:buNone/>
                      </a:pPr>
                      <a:r>
                        <a:rPr lang="ko-KR" altLang="en-US" sz="11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교육성과 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-80" normalizeH="0" baseline="0" noProof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aaa</a:t>
                      </a:r>
                    </a:p>
                    <a:p>
                      <a:pPr marL="180975" marR="0" lvl="0" indent="-952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-80" normalizeH="0" baseline="0" noProof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bbb</a:t>
                      </a:r>
                    </a:p>
                    <a:p>
                      <a:pPr marL="180975" marR="0" lvl="0" indent="-952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-80" normalizeH="0" baseline="0" noProof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ccc</a:t>
                      </a:r>
                      <a:endParaRPr kumimoji="0" lang="en-US" altLang="ko-KR" sz="1000" b="0" i="0" u="none" strike="noStrike" kern="1200" cap="none" spc="-80" normalizeH="0" baseline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679051"/>
                  </a:ext>
                </a:extLst>
              </a:tr>
              <a:tr h="752841">
                <a:tc>
                  <a:txBody>
                    <a:bodyPr/>
                    <a:lstStyle/>
                    <a:p>
                      <a:pPr marL="0" indent="0" algn="ctr" defTabSz="742950" rtl="0" eaLnBrk="1" latinLnBrk="1" hangingPunct="1">
                        <a:buNone/>
                      </a:pPr>
                      <a:r>
                        <a:rPr lang="ko-KR" altLang="en-US" sz="11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학습 몰입 및</a:t>
                      </a:r>
                      <a:endParaRPr lang="en-US" altLang="ko-KR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  <a:p>
                      <a:pPr marL="0" indent="0" algn="ctr" defTabSz="742950" rtl="0" eaLnBrk="1" latinLnBrk="1" hangingPunct="1">
                        <a:buNone/>
                      </a:pPr>
                      <a:r>
                        <a:rPr lang="ko-KR" altLang="en-US" sz="11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참여도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-80" normalizeH="0" baseline="0" noProof="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aaa</a:t>
                      </a:r>
                      <a:endParaRPr kumimoji="0" lang="en-US" altLang="ko-KR" sz="1000" b="0" i="0" u="none" strike="noStrike" kern="1200" cap="none" spc="-8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  <a:p>
                      <a:pPr marL="180975" marR="0" lvl="0" indent="-952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-80" normalizeH="0" baseline="0" noProof="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bbb</a:t>
                      </a:r>
                      <a:endParaRPr kumimoji="0" lang="en-US" altLang="ko-KR" sz="1000" b="0" i="0" u="none" strike="noStrike" kern="1200" cap="none" spc="-8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  <a:p>
                      <a:pPr marL="180975" marR="0" lvl="0" indent="-952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-80" normalizeH="0" baseline="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ccc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888890"/>
                  </a:ext>
                </a:extLst>
              </a:tr>
              <a:tr h="286751">
                <a:tc>
                  <a:txBody>
                    <a:bodyPr/>
                    <a:lstStyle/>
                    <a:p>
                      <a:pPr marL="0" indent="0" algn="ctr" defTabSz="742950" rtl="0" eaLnBrk="1" latinLnBrk="1" hangingPunct="1">
                        <a:buNone/>
                      </a:pPr>
                      <a:r>
                        <a:rPr lang="ko-KR" altLang="en-US" sz="11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설계 및 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-80" normalizeH="0" baseline="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///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486500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F640D09-D2A0-E330-58DC-5C107BE83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634665"/>
              </p:ext>
            </p:extLst>
          </p:nvPr>
        </p:nvGraphicFramePr>
        <p:xfrm>
          <a:off x="2091812" y="1252138"/>
          <a:ext cx="67757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09050">
                  <a:extLst>
                    <a:ext uri="{9D8B030D-6E8A-4147-A177-3AD203B41FA5}">
                      <a16:colId xmlns:a16="http://schemas.microsoft.com/office/drawing/2014/main" val="2541241202"/>
                    </a:ext>
                  </a:extLst>
                </a:gridCol>
                <a:gridCol w="2983325">
                  <a:extLst>
                    <a:ext uri="{9D8B030D-6E8A-4147-A177-3AD203B41FA5}">
                      <a16:colId xmlns:a16="http://schemas.microsoft.com/office/drawing/2014/main" val="4117925201"/>
                    </a:ext>
                  </a:extLst>
                </a:gridCol>
                <a:gridCol w="2983325">
                  <a:extLst>
                    <a:ext uri="{9D8B030D-6E8A-4147-A177-3AD203B41FA5}">
                      <a16:colId xmlns:a16="http://schemas.microsoft.com/office/drawing/2014/main" val="32278559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교육 목적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92075" indent="-92075" latinLnBrk="1">
                        <a:buFont typeface="Arial" panose="020B0604020202020204" pitchFamily="34" charset="0"/>
                        <a:buChar char="•"/>
                      </a:pPr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74295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7888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주요 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92075" indent="-92075" latinLnBrk="1">
                        <a:buFont typeface="Arial" panose="020B0604020202020204" pitchFamily="34" charset="0"/>
                        <a:buChar char="•"/>
                      </a:pPr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92075" indent="-92075" latinLnBrk="1">
                        <a:buFont typeface="Arial" panose="020B0604020202020204" pitchFamily="34" charset="0"/>
                        <a:buChar char="•"/>
                      </a:pPr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3192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참석 현황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92075" indent="-92075" algn="l" defTabSz="74295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전체 대상  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00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명 中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, </a:t>
                      </a:r>
                      <a:r>
                        <a:rPr lang="en-US" altLang="ko-KR" sz="1000" u="sng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00</a:t>
                      </a:r>
                      <a:r>
                        <a:rPr lang="ko-KR" altLang="en-US" sz="1000" u="sng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명 참석</a:t>
                      </a:r>
                      <a:r>
                        <a:rPr lang="en-US" altLang="ko-KR" sz="1000" u="sng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00" u="sng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참석률 </a:t>
                      </a:r>
                      <a:r>
                        <a:rPr lang="en-US" altLang="ko-KR" sz="1000" u="sng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: 00%)</a:t>
                      </a:r>
                      <a:endParaRPr lang="ko-KR" altLang="en-US" sz="1000" u="sng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92075" indent="-92075" algn="l" defTabSz="74295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042164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98AB3AA5-3017-BF34-33FA-434E608EAA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162459"/>
              </p:ext>
            </p:extLst>
          </p:nvPr>
        </p:nvGraphicFramePr>
        <p:xfrm>
          <a:off x="9187180" y="2974340"/>
          <a:ext cx="208280" cy="314389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7401230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9525" cmpd="sng">
                      <a:solidFill>
                        <a:srgbClr val="F2F2F2"/>
                      </a:solidFill>
                      <a:prstDash val="solid"/>
                    </a:lnL>
                    <a:lnR w="9525" cmpd="sng">
                      <a:solidFill>
                        <a:srgbClr val="F2F2F2"/>
                      </a:solidFill>
                      <a:prstDash val="solid"/>
                    </a:lnR>
                    <a:lnT w="9525" cmpd="sng">
                      <a:solidFill>
                        <a:srgbClr val="F2F2F2"/>
                      </a:solidFill>
                      <a:prstDash val="solid"/>
                    </a:lnT>
                    <a:lnB w="9525" cmpd="sng">
                      <a:solidFill>
                        <a:srgbClr val="F2F2F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8515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10F3817-B2E5-7597-944F-DF523A77FB12}"/>
              </a:ext>
            </a:extLst>
          </p:cNvPr>
          <p:cNvSpPr txBox="1"/>
          <p:nvPr/>
        </p:nvSpPr>
        <p:spPr>
          <a:xfrm>
            <a:off x="2038472" y="2832798"/>
            <a:ext cx="857128" cy="298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0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평균 </a:t>
            </a:r>
            <a:r>
              <a:rPr lang="en-US" altLang="ko-KR" sz="10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4.65</a:t>
            </a:r>
            <a:endParaRPr lang="ko-KR" altLang="en-US" sz="100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938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E6C8A3-A261-530D-55EE-C5701E69A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1.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개요</a:t>
            </a:r>
          </a:p>
        </p:txBody>
      </p:sp>
      <p:sp>
        <p:nvSpPr>
          <p:cNvPr id="3" name="텍스트 개체 틀 13">
            <a:extLst>
              <a:ext uri="{FF2B5EF4-FFF2-40B4-BE49-F238E27FC236}">
                <a16:creationId xmlns:a16="http://schemas.microsoft.com/office/drawing/2014/main" id="{62C8E1B8-2727-2D0F-E238-F6CC7449156E}"/>
              </a:ext>
            </a:extLst>
          </p:cNvPr>
          <p:cNvSpPr txBox="1">
            <a:spLocks/>
          </p:cNvSpPr>
          <p:nvPr/>
        </p:nvSpPr>
        <p:spPr>
          <a:xfrm>
            <a:off x="1025304" y="3181376"/>
            <a:ext cx="8065914" cy="369320"/>
          </a:xfrm>
          <a:prstGeom prst="rect">
            <a:avLst/>
          </a:prstGeom>
        </p:spPr>
        <p:txBody>
          <a:bodyPr anchor="t"/>
          <a:lstStyle>
            <a:lvl1pPr marL="185738" indent="-185738" algn="l" defTabSz="742950" rtl="0" eaLnBrk="1" latinLnBrk="1" hangingPunct="1">
              <a:lnSpc>
                <a:spcPct val="90000"/>
              </a:lnSpc>
              <a:spcBef>
                <a:spcPts val="813"/>
              </a:spcBef>
              <a:buFont typeface="Arial" panose="020B0604020202020204" pitchFamily="34" charset="0"/>
              <a:buChar char="•"/>
              <a:defRPr sz="2275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1pPr>
            <a:lvl2pPr marL="55721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950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2pPr>
            <a:lvl3pPr marL="92868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625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3pPr>
            <a:lvl4pPr marL="130016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4pPr>
            <a:lvl5pPr marL="167163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5pPr>
            <a:lvl6pPr marL="204311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1458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606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5753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8650" indent="-266700" defTabSz="914400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2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개요 및 프로그램</a:t>
            </a:r>
          </a:p>
        </p:txBody>
      </p:sp>
    </p:spTree>
    <p:extLst>
      <p:ext uri="{BB962C8B-B14F-4D97-AF65-F5344CB8AC3E}">
        <p14:creationId xmlns:p14="http://schemas.microsoft.com/office/powerpoint/2010/main" val="182089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C681A-23E8-2BDD-7D5F-D3FD05C0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F46C117-531E-6B0D-7459-EA081C90C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699926"/>
              </p:ext>
            </p:extLst>
          </p:nvPr>
        </p:nvGraphicFramePr>
        <p:xfrm>
          <a:off x="845186" y="2000119"/>
          <a:ext cx="4006105" cy="4291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450">
                  <a:extLst>
                    <a:ext uri="{9D8B030D-6E8A-4147-A177-3AD203B41FA5}">
                      <a16:colId xmlns:a16="http://schemas.microsoft.com/office/drawing/2014/main" val="144872423"/>
                    </a:ext>
                  </a:extLst>
                </a:gridCol>
                <a:gridCol w="3054655">
                  <a:extLst>
                    <a:ext uri="{9D8B030D-6E8A-4147-A177-3AD203B41FA5}">
                      <a16:colId xmlns:a16="http://schemas.microsoft.com/office/drawing/2014/main" val="2272119774"/>
                    </a:ext>
                  </a:extLst>
                </a:gridCol>
              </a:tblGrid>
              <a:tr h="72299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목적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latinLnBrk="0">
                        <a:lnSpc>
                          <a:spcPct val="120000"/>
                        </a:lnSpc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///</a:t>
                      </a:r>
                      <a:endParaRPr lang="ko-KR" altLang="en-US" sz="1000" b="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757087"/>
                  </a:ext>
                </a:extLst>
              </a:tr>
              <a:tr h="694848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일정 </a:t>
                      </a:r>
                      <a:r>
                        <a:rPr kumimoji="0" lang="en-US" altLang="ko-KR" sz="1200" b="0" i="0" u="none" strike="noStrike" kern="0" cap="none" spc="-60" normalizeH="0" baseline="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/ </a:t>
                      </a:r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장소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742950" rtl="0" eaLnBrk="1" latinLnBrk="0" hangingPunct="1">
                        <a:lnSpc>
                          <a:spcPct val="120000"/>
                        </a:lnSpc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기간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: ‘26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년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0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월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00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화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~ 00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수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)_0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박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0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일</a:t>
                      </a:r>
                      <a:endParaRPr lang="en-US" altLang="ko-KR" sz="1000" b="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  <a:p>
                      <a:pPr marL="88900" indent="-88900" algn="l" defTabSz="742950" rtl="0" eaLnBrk="1" latinLnBrk="0" hangingPunct="1">
                        <a:lnSpc>
                          <a:spcPct val="120000"/>
                        </a:lnSpc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시간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: 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총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00H (0H/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742950" rtl="0" eaLnBrk="1" latinLnBrk="0" hangingPunct="1">
                        <a:lnSpc>
                          <a:spcPct val="120000"/>
                        </a:lnSpc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장소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: KB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증권 연수원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599639"/>
                  </a:ext>
                </a:extLst>
              </a:tr>
              <a:tr h="908268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주요 내용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742950" rtl="0" eaLnBrk="1" latinLnBrk="0" hangingPunct="1">
                        <a:lnSpc>
                          <a:spcPct val="120000"/>
                        </a:lnSpc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//</a:t>
                      </a:r>
                      <a:endParaRPr lang="ko-KR" altLang="en-US" sz="1000" b="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948653"/>
                  </a:ext>
                </a:extLst>
              </a:tr>
              <a:tr h="1965719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0" i="0" u="none" strike="noStrike" kern="0" cap="none" spc="-60" normalizeH="0" baseline="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참석 현황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742950" rtl="0" eaLnBrk="1" latinLnBrk="0" hangingPunct="1">
                        <a:lnSpc>
                          <a:spcPct val="120000"/>
                        </a:lnSpc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대상 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: 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과장</a:t>
                      </a:r>
                      <a:r>
                        <a:rPr lang="en-US" altLang="ko-KR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~</a:t>
                      </a:r>
                      <a:r>
                        <a:rPr lang="ko-KR" altLang="en-US" sz="1000" b="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차장 직급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0145738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1A0269B2-3EEC-E222-F926-BE556D794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 개요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A15D2D01-6D25-EDA0-CEF2-DD0976D87153}"/>
              </a:ext>
            </a:extLst>
          </p:cNvPr>
          <p:cNvGrpSpPr/>
          <p:nvPr/>
        </p:nvGrpSpPr>
        <p:grpSpPr>
          <a:xfrm>
            <a:off x="845213" y="1486097"/>
            <a:ext cx="4011267" cy="307777"/>
            <a:chOff x="1055689" y="2052140"/>
            <a:chExt cx="4814169" cy="307777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19A0077C-B879-0C1A-47E7-78E81C6DE3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D9DC1BA-A43B-71D9-CE24-D6BDDF665D15}"/>
                </a:ext>
              </a:extLst>
            </p:cNvPr>
            <p:cNvSpPr txBox="1"/>
            <p:nvPr/>
          </p:nvSpPr>
          <p:spPr>
            <a:xfrm>
              <a:off x="1055689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개요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1BF996B1-B192-E31E-EE68-F4DF0244AFC0}"/>
              </a:ext>
            </a:extLst>
          </p:cNvPr>
          <p:cNvGrpSpPr/>
          <p:nvPr/>
        </p:nvGrpSpPr>
        <p:grpSpPr>
          <a:xfrm>
            <a:off x="5049522" y="1486097"/>
            <a:ext cx="4023481" cy="307777"/>
            <a:chOff x="1055689" y="2052140"/>
            <a:chExt cx="4814169" cy="307777"/>
          </a:xfrm>
        </p:grpSpPr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150AB9C0-C9FF-F7B0-0810-59CE6ACF84C6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240B2E4-DFC1-DC92-07CE-F8AF91367A91}"/>
                </a:ext>
              </a:extLst>
            </p:cNvPr>
            <p:cNvSpPr txBox="1"/>
            <p:nvPr/>
          </p:nvSpPr>
          <p:spPr>
            <a:xfrm>
              <a:off x="1055689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프로그램</a:t>
              </a:r>
            </a:p>
          </p:txBody>
        </p:sp>
      </p:grp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709ADF5E-0943-5165-8C1B-FA6299616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014710"/>
              </p:ext>
            </p:extLst>
          </p:nvPr>
        </p:nvGraphicFramePr>
        <p:xfrm>
          <a:off x="1880827" y="4836694"/>
          <a:ext cx="2874053" cy="1455250"/>
        </p:xfrm>
        <a:graphic>
          <a:graphicData uri="http://schemas.openxmlformats.org/drawingml/2006/table">
            <a:tbl>
              <a:tblPr firstRow="1" bandRow="1"/>
              <a:tblGrid>
                <a:gridCol w="922628">
                  <a:extLst>
                    <a:ext uri="{9D8B030D-6E8A-4147-A177-3AD203B41FA5}">
                      <a16:colId xmlns:a16="http://schemas.microsoft.com/office/drawing/2014/main" val="459291323"/>
                    </a:ext>
                  </a:extLst>
                </a:gridCol>
                <a:gridCol w="514255">
                  <a:extLst>
                    <a:ext uri="{9D8B030D-6E8A-4147-A177-3AD203B41FA5}">
                      <a16:colId xmlns:a16="http://schemas.microsoft.com/office/drawing/2014/main" val="4070944030"/>
                    </a:ext>
                  </a:extLst>
                </a:gridCol>
                <a:gridCol w="922628">
                  <a:extLst>
                    <a:ext uri="{9D8B030D-6E8A-4147-A177-3AD203B41FA5}">
                      <a16:colId xmlns:a16="http://schemas.microsoft.com/office/drawing/2014/main" val="2549929548"/>
                    </a:ext>
                  </a:extLst>
                </a:gridCol>
                <a:gridCol w="514542">
                  <a:extLst>
                    <a:ext uri="{9D8B030D-6E8A-4147-A177-3AD203B41FA5}">
                      <a16:colId xmlns:a16="http://schemas.microsoft.com/office/drawing/2014/main" val="2356145593"/>
                    </a:ext>
                  </a:extLst>
                </a:gridCol>
              </a:tblGrid>
              <a:tr h="291050"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b="0" kern="120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B9BD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b="0" kern="120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인원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B9BD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b="0" kern="120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B9BD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b="0" kern="120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인원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B9BD5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701516"/>
                  </a:ext>
                </a:extLst>
              </a:tr>
              <a:tr h="291050"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l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KAI</a:t>
                      </a:r>
                      <a:endParaRPr lang="ko-KR" altLang="en-US" sz="1100" b="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72000" marR="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r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</a:t>
                      </a:r>
                      <a:r>
                        <a:rPr lang="ko-KR" altLang="en-US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</a:t>
                      </a:r>
                    </a:p>
                  </a:txBody>
                  <a:tcPr marL="0" marR="144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l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KC&amp;A</a:t>
                      </a:r>
                      <a:endParaRPr lang="ko-KR" altLang="en-US" sz="1100" b="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72000" marR="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r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</a:t>
                      </a:r>
                      <a:r>
                        <a:rPr lang="ko-KR" altLang="en-US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</a:t>
                      </a:r>
                    </a:p>
                  </a:txBody>
                  <a:tcPr marL="0" marR="144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1453974"/>
                  </a:ext>
                </a:extLst>
              </a:tr>
              <a:tr h="291050"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l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ENF</a:t>
                      </a:r>
                      <a:endParaRPr lang="ko-KR" altLang="en-US" sz="1100" b="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72000" marR="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r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</a:t>
                      </a:r>
                      <a:r>
                        <a:rPr lang="ko-KR" altLang="en-US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</a:t>
                      </a:r>
                    </a:p>
                  </a:txBody>
                  <a:tcPr marL="0" marR="144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l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UBM</a:t>
                      </a:r>
                      <a:endParaRPr lang="ko-KR" altLang="en-US" sz="1100" b="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72000" marR="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</a:t>
                      </a:r>
                      <a:r>
                        <a:rPr lang="ko-KR" altLang="en-US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</a:t>
                      </a:r>
                    </a:p>
                  </a:txBody>
                  <a:tcPr marL="0" marR="144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3537306"/>
                  </a:ext>
                </a:extLst>
              </a:tr>
              <a:tr h="29105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 err="1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Purit</a:t>
                      </a:r>
                      <a:endParaRPr lang="ko-KR" altLang="en-US" sz="1100" b="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72000" marR="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</a:t>
                      </a:r>
                      <a:r>
                        <a:rPr lang="ko-KR" altLang="en-US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</a:t>
                      </a:r>
                    </a:p>
                  </a:txBody>
                  <a:tcPr marL="0" marR="144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NFC</a:t>
                      </a:r>
                      <a:endParaRPr lang="ko-KR" altLang="en-US" sz="1100" b="0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72000" marR="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</a:t>
                      </a:r>
                      <a:r>
                        <a:rPr lang="ko-KR" altLang="en-US" sz="1100" b="0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</a:t>
                      </a:r>
                    </a:p>
                  </a:txBody>
                  <a:tcPr marL="0" marR="144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405062"/>
                  </a:ext>
                </a:extLst>
              </a:tr>
              <a:tr h="291050">
                <a:tc gridSpan="4"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000" b="1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 대상 </a:t>
                      </a:r>
                      <a:r>
                        <a:rPr lang="en-US" altLang="ko-KR" sz="1000" b="1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00</a:t>
                      </a:r>
                      <a:r>
                        <a:rPr lang="ko-KR" altLang="en-US" sz="1000" b="1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 中</a:t>
                      </a:r>
                      <a:r>
                        <a:rPr lang="en-US" altLang="ko-KR" sz="1000" b="1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00</a:t>
                      </a:r>
                      <a:r>
                        <a:rPr lang="ko-KR" altLang="en-US" sz="1000" b="1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 참석</a:t>
                      </a:r>
                      <a:r>
                        <a:rPr lang="en-US" altLang="ko-KR" sz="1000" b="1" dirty="0">
                          <a:solidFill>
                            <a:srgbClr val="404040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(00%)</a:t>
                      </a:r>
                      <a:endParaRPr lang="ko-KR" altLang="en-US" sz="1000" b="1" dirty="0">
                        <a:solidFill>
                          <a:srgbClr val="40404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Light" panose="00000300000000000000" pitchFamily="2" charset="-127"/>
                        <a:ea typeface="KoPub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Light" panose="00000300000000000000" pitchFamily="2" charset="-127"/>
                        <a:ea typeface="KoPub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Light" panose="00000300000000000000" pitchFamily="2" charset="-127"/>
                        <a:ea typeface="KoPub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F97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660843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3A3DA17-1AB3-5E5B-2A9B-573B01BF3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10601"/>
              </p:ext>
            </p:extLst>
          </p:nvPr>
        </p:nvGraphicFramePr>
        <p:xfrm>
          <a:off x="5115324" y="1803078"/>
          <a:ext cx="3931610" cy="4488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255">
                  <a:extLst>
                    <a:ext uri="{9D8B030D-6E8A-4147-A177-3AD203B41FA5}">
                      <a16:colId xmlns:a16="http://schemas.microsoft.com/office/drawing/2014/main" val="141020106"/>
                    </a:ext>
                  </a:extLst>
                </a:gridCol>
                <a:gridCol w="2924355">
                  <a:extLst>
                    <a:ext uri="{9D8B030D-6E8A-4147-A177-3AD203B41FA5}">
                      <a16:colId xmlns:a16="http://schemas.microsoft.com/office/drawing/2014/main" val="690187602"/>
                    </a:ext>
                  </a:extLst>
                </a:gridCol>
              </a:tblGrid>
              <a:tr h="267531">
                <a:tc>
                  <a:txBody>
                    <a:bodyPr/>
                    <a:lstStyle/>
                    <a:p>
                      <a:pPr marL="0" algn="ctr" defTabSz="755934" rtl="0" eaLnBrk="1" latinLnBrk="0" hangingPunct="1"/>
                      <a:r>
                        <a:rPr kumimoji="0" lang="ko-KR" altLang="en-US" sz="1000" b="0" i="0" u="none" strike="noStrike" kern="0" cap="none" spc="-60" normalizeH="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시간</a:t>
                      </a:r>
                    </a:p>
                  </a:txBody>
                  <a:tcPr marL="27000" marR="54000" marT="35100" marB="459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00" b="0" i="0" u="none" strike="noStrike" kern="0" cap="none" spc="-60" normalizeH="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내용</a:t>
                      </a:r>
                      <a:endParaRPr kumimoji="0" lang="en-US" altLang="ko-KR" sz="1000" b="0" i="0" u="none" strike="noStrike" kern="0" cap="none" spc="-60" normalizeH="0" baseline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602829"/>
                  </a:ext>
                </a:extLst>
              </a:tr>
              <a:tr h="1055334">
                <a:tc rowSpan="2"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05</a:t>
                      </a:r>
                      <a:r>
                        <a:rPr lang="ko-KR" altLang="en-US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월 </a:t>
                      </a: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12</a:t>
                      </a:r>
                      <a:r>
                        <a:rPr lang="ko-KR" altLang="en-US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화</a:t>
                      </a: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09:30~17:30</a:t>
                      </a:r>
                    </a:p>
                  </a:txBody>
                  <a:tcPr marL="36000" marR="72000" marT="0" marB="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M1. Ice Breaking</a:t>
                      </a:r>
                    </a:p>
                    <a:p>
                      <a:pPr marL="0" marR="0" lvl="0" indent="0" algn="ctr" defTabSz="457200" rtl="0" eaLnBrk="1" fontAlgn="ctr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&amp;</a:t>
                      </a:r>
                    </a:p>
                    <a:p>
                      <a:pPr marL="0" marR="0" lvl="0" indent="0" algn="ctr" defTabSz="457200" rtl="0" eaLnBrk="1" fontAlgn="ctr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M2. Constitution -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메시지의 추출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구성</a:t>
                      </a:r>
                      <a:endParaRPr lang="en-US" altLang="ko-KR" sz="1000" kern="1200" spc="-8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144000" marR="54000" marT="35100" marB="459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468893"/>
                  </a:ext>
                </a:extLst>
              </a:tr>
              <a:tr h="105533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M3. Visualization -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메시지의 비주얼</a:t>
                      </a:r>
                      <a:endParaRPr lang="en-US" altLang="ko-KR" sz="1000" kern="1200" spc="-8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144000" marR="54000" marT="35100" marB="459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467855"/>
                  </a:ext>
                </a:extLst>
              </a:tr>
              <a:tr h="1055334">
                <a:tc rowSpan="2"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05</a:t>
                      </a:r>
                      <a:r>
                        <a:rPr lang="ko-KR" altLang="en-US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월 </a:t>
                      </a: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13</a:t>
                      </a:r>
                      <a:r>
                        <a:rPr lang="ko-KR" altLang="en-US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수</a:t>
                      </a: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08:30~</a:t>
                      </a:r>
                      <a:r>
                        <a:rPr lang="en-US" altLang="ko-KR" sz="1050" kern="1200" spc="-8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16:30</a:t>
                      </a:r>
                    </a:p>
                  </a:txBody>
                  <a:tcPr marL="36000" marR="72000" marT="0" marB="72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M4. Performance -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메시지의 전달</a:t>
                      </a:r>
                    </a:p>
                  </a:txBody>
                  <a:tcPr marL="144000" marR="54000" marT="35100" marB="459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817928"/>
                  </a:ext>
                </a:extLst>
              </a:tr>
              <a:tr h="105533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72000" marT="0" marB="72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ts val="16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M5.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Reporting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실습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144000" marR="54000" marT="35100" marB="459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4452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7246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DE66F-D374-BF91-5090-C091D81C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76D249-A2B1-27CF-6D7A-13D5431E7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2.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결과</a:t>
            </a:r>
          </a:p>
        </p:txBody>
      </p:sp>
      <p:sp>
        <p:nvSpPr>
          <p:cNvPr id="3" name="텍스트 개체 틀 13">
            <a:extLst>
              <a:ext uri="{FF2B5EF4-FFF2-40B4-BE49-F238E27FC236}">
                <a16:creationId xmlns:a16="http://schemas.microsoft.com/office/drawing/2014/main" id="{D4B7CE66-FEEC-881D-A764-8ED4AF10AE32}"/>
              </a:ext>
            </a:extLst>
          </p:cNvPr>
          <p:cNvSpPr txBox="1">
            <a:spLocks/>
          </p:cNvSpPr>
          <p:nvPr/>
        </p:nvSpPr>
        <p:spPr>
          <a:xfrm>
            <a:off x="1025304" y="3181376"/>
            <a:ext cx="8065914" cy="369320"/>
          </a:xfrm>
          <a:prstGeom prst="rect">
            <a:avLst/>
          </a:prstGeom>
        </p:spPr>
        <p:txBody>
          <a:bodyPr/>
          <a:lstStyle>
            <a:lvl1pPr marL="185738" indent="-185738" algn="l" defTabSz="742950" rtl="0" eaLnBrk="1" latinLnBrk="1" hangingPunct="1">
              <a:lnSpc>
                <a:spcPct val="90000"/>
              </a:lnSpc>
              <a:spcBef>
                <a:spcPts val="813"/>
              </a:spcBef>
              <a:buFont typeface="Arial" panose="020B0604020202020204" pitchFamily="34" charset="0"/>
              <a:buChar char="•"/>
              <a:defRPr sz="2275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1pPr>
            <a:lvl2pPr marL="55721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950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2pPr>
            <a:lvl3pPr marL="92868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625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3pPr>
            <a:lvl4pPr marL="130016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4pPr>
            <a:lvl5pPr marL="167163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5pPr>
            <a:lvl6pPr marL="204311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1458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606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5753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8650" indent="-266700" defTabSz="914400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2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정량 평가</a:t>
            </a:r>
          </a:p>
          <a:p>
            <a:pPr marL="628650" indent="-266700" defTabSz="914400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2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정성 평가</a:t>
            </a:r>
          </a:p>
        </p:txBody>
      </p:sp>
    </p:spTree>
    <p:extLst>
      <p:ext uri="{BB962C8B-B14F-4D97-AF65-F5344CB8AC3E}">
        <p14:creationId xmlns:p14="http://schemas.microsoft.com/office/powerpoint/2010/main" val="3247811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AC8A45-2342-D3DC-9C32-D6BA2901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결과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_①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정량 평가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D0A3F3B-0885-EE5D-729C-83A88C552567}"/>
              </a:ext>
            </a:extLst>
          </p:cNvPr>
          <p:cNvGrpSpPr/>
          <p:nvPr/>
        </p:nvGrpSpPr>
        <p:grpSpPr>
          <a:xfrm>
            <a:off x="845213" y="1148157"/>
            <a:ext cx="5091264" cy="307777"/>
            <a:chOff x="1055689" y="2052140"/>
            <a:chExt cx="4814169" cy="307777"/>
          </a:xfrm>
        </p:grpSpPr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E714ADDB-E94A-4F4E-911F-A99065E6A833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6B9C312-7BEC-5830-D1DB-FD9AEFB27236}"/>
                </a:ext>
              </a:extLst>
            </p:cNvPr>
            <p:cNvSpPr txBox="1"/>
            <p:nvPr/>
          </p:nvSpPr>
          <p:spPr>
            <a:xfrm>
              <a:off x="1055689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과정 만족도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749096B-FC45-98BC-90B1-3D6E91919B22}"/>
              </a:ext>
            </a:extLst>
          </p:cNvPr>
          <p:cNvGrpSpPr/>
          <p:nvPr/>
        </p:nvGrpSpPr>
        <p:grpSpPr>
          <a:xfrm>
            <a:off x="6073133" y="1148157"/>
            <a:ext cx="1575972" cy="307777"/>
            <a:chOff x="1055690" y="2052140"/>
            <a:chExt cx="4814168" cy="307777"/>
          </a:xfrm>
        </p:grpSpPr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6B390D7A-0AF1-DF0F-2902-B35DA79B5EB9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81C003C-D530-D65D-9A11-FC877BCC84A2}"/>
                </a:ext>
              </a:extLst>
            </p:cNvPr>
            <p:cNvSpPr txBox="1"/>
            <p:nvPr/>
          </p:nvSpPr>
          <p:spPr>
            <a:xfrm>
              <a:off x="1055690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운영 만족도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8F58B08-FB95-8D97-31BA-D3BF95104950}"/>
              </a:ext>
            </a:extLst>
          </p:cNvPr>
          <p:cNvGrpSpPr/>
          <p:nvPr/>
        </p:nvGrpSpPr>
        <p:grpSpPr>
          <a:xfrm>
            <a:off x="7787789" y="1148157"/>
            <a:ext cx="1259148" cy="307777"/>
            <a:chOff x="1055689" y="2052140"/>
            <a:chExt cx="4814169" cy="307777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8CCFB8E5-AD1A-E459-4965-6FCBB183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9B8EC20-949E-977B-8E41-10E2F9AE6316}"/>
                </a:ext>
              </a:extLst>
            </p:cNvPr>
            <p:cNvSpPr txBox="1"/>
            <p:nvPr/>
          </p:nvSpPr>
          <p:spPr>
            <a:xfrm>
              <a:off x="1055689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강사 만족도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graphicFrame>
        <p:nvGraphicFramePr>
          <p:cNvPr id="22" name="차트 1">
            <a:extLst>
              <a:ext uri="{FF2B5EF4-FFF2-40B4-BE49-F238E27FC236}">
                <a16:creationId xmlns:a16="http://schemas.microsoft.com/office/drawing/2014/main" id="{C6FD2557-6EE2-F5E9-F085-C04EB476D6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8759185"/>
              </p:ext>
            </p:extLst>
          </p:nvPr>
        </p:nvGraphicFramePr>
        <p:xfrm>
          <a:off x="930474" y="1388615"/>
          <a:ext cx="2520447" cy="29372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6" name="차트 2">
            <a:extLst>
              <a:ext uri="{FF2B5EF4-FFF2-40B4-BE49-F238E27FC236}">
                <a16:creationId xmlns:a16="http://schemas.microsoft.com/office/drawing/2014/main" id="{7ED4CDAD-AA7F-C8D4-4A68-C00A81005C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46293105"/>
              </p:ext>
            </p:extLst>
          </p:nvPr>
        </p:nvGraphicFramePr>
        <p:xfrm>
          <a:off x="6073132" y="1375573"/>
          <a:ext cx="1575972" cy="29503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차트 3">
            <a:extLst>
              <a:ext uri="{FF2B5EF4-FFF2-40B4-BE49-F238E27FC236}">
                <a16:creationId xmlns:a16="http://schemas.microsoft.com/office/drawing/2014/main" id="{72DBE0C6-7554-4B54-0E7F-F207711CA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604458"/>
              </p:ext>
            </p:extLst>
          </p:nvPr>
        </p:nvGraphicFramePr>
        <p:xfrm>
          <a:off x="7903924" y="1317407"/>
          <a:ext cx="1089759" cy="30392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7FFBE0D-FCA7-4D61-2D4A-FB1D9C7620F1}"/>
              </a:ext>
            </a:extLst>
          </p:cNvPr>
          <p:cNvSpPr txBox="1"/>
          <p:nvPr/>
        </p:nvSpPr>
        <p:spPr>
          <a:xfrm>
            <a:off x="7557918" y="877296"/>
            <a:ext cx="17793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단위 </a:t>
            </a:r>
            <a:r>
              <a:rPr lang="en-US" altLang="ko-KR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평균</a:t>
            </a:r>
            <a:r>
              <a:rPr lang="en-US" altLang="ko-KR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5</a:t>
            </a:r>
            <a:r>
              <a:rPr lang="ko-KR" altLang="en-US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 만점</a:t>
            </a:r>
            <a:r>
              <a:rPr lang="en-US" altLang="ko-KR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/N=</a:t>
            </a:r>
            <a:r>
              <a:rPr lang="en-US" altLang="ko-KR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</a:t>
            </a:r>
            <a:r>
              <a:rPr lang="en-US" altLang="ko-KR" sz="900" spc="-8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n_number</a:t>
            </a:r>
            <a:r>
              <a:rPr lang="en-US" altLang="ko-KR" sz="9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90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26085-F97F-EBE1-B85E-0DF740A41C36}"/>
              </a:ext>
            </a:extLst>
          </p:cNvPr>
          <p:cNvSpPr txBox="1"/>
          <p:nvPr/>
        </p:nvSpPr>
        <p:spPr>
          <a:xfrm>
            <a:off x="1852301" y="4432765"/>
            <a:ext cx="7123225" cy="1893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ctr">
              <a:spcBef>
                <a:spcPts val="200"/>
              </a:spcBef>
              <a:defRPr sz="1200" spc="-6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+mj-ea"/>
                <a:ea typeface="+mj-ea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88900" indent="-88900" algn="l" latinLnBrk="0">
              <a:lnSpc>
                <a:spcPts val="1700"/>
              </a:lnSpc>
              <a:buFont typeface="Arial" panose="020B0604020202020204" pitchFamily="34" charset="0"/>
              <a:buChar char="•"/>
            </a:pP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 만족도 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전반적인 과정 만족도가 높은 수준으로 나타났으며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,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기대 충족도에서 소폭 개선 여지가 확인됨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</a:p>
          <a:p>
            <a:pPr marL="179388" indent="-90488" algn="l" latinLnBrk="0">
              <a:lnSpc>
                <a:spcPts val="1700"/>
              </a:lnSpc>
              <a:buFont typeface="Wingdings" panose="05000000000000000000" pitchFamily="2" charset="2"/>
              <a:buChar char="ü"/>
            </a:pP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전반 만족도와 업무 도움 의향은 높은 수준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(4.8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이었으며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기대 충족도는 상대적으로 낮은 수준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(4.6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으로 나타남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 marL="179388" indent="-90488" algn="l" latinLnBrk="0">
              <a:lnSpc>
                <a:spcPts val="1700"/>
              </a:lnSpc>
              <a:buFont typeface="Wingdings" panose="05000000000000000000" pitchFamily="2" charset="2"/>
              <a:buChar char="ü"/>
            </a:pP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'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기획의 표현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en-US" altLang="ko-KR" sz="1000" spc="-8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Writing·Editing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)'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모듈 선호도가 가장 높았으며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구조적 설명 방식과 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AI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활용 실습이 학습 몰입에 효과적으로 작용한 것으로 확인됨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 marL="88900" indent="-88900" algn="l" latinLnBrk="0">
              <a:lnSpc>
                <a:spcPts val="1700"/>
              </a:lnSpc>
              <a:buFont typeface="Arial" panose="020B0604020202020204" pitchFamily="34" charset="0"/>
              <a:buChar char="•"/>
            </a:pP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운영 만족도 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: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운영 전반은 안정적으로 운영되었으나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,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식사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·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숙소 등 연수 환경에서 개선 필요사항이 확인됨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</a:p>
          <a:p>
            <a:pPr marL="179388" indent="-90488" algn="l" latinLnBrk="0">
              <a:lnSpc>
                <a:spcPts val="1700"/>
              </a:lnSpc>
              <a:buFont typeface="Wingdings" panose="05000000000000000000" pitchFamily="2" charset="2"/>
              <a:buChar char="ü"/>
            </a:pP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운영자 만족도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(4.8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는 높은 수준이며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식사 만족도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(3.6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와 </a:t>
            </a:r>
            <a:r>
              <a:rPr lang="ko-KR" altLang="en-US" sz="1000" spc="-8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강의장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만족도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(4.4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는 비교적 낮은 수준으로 확인됨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 marL="88900" indent="-88900" algn="l" latinLnBrk="0">
              <a:lnSpc>
                <a:spcPts val="1700"/>
              </a:lnSpc>
              <a:buFont typeface="Arial" panose="020B0604020202020204" pitchFamily="34" charset="0"/>
              <a:buChar char="•"/>
            </a:pP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강사의 전문성과 강의 방식에 대한 학습자 수용성이 전반적으로 매우 높은 수준으로 나타남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.</a:t>
            </a:r>
          </a:p>
          <a:p>
            <a:pPr marL="179388" indent="-90488" algn="l" latinLnBrk="0">
              <a:lnSpc>
                <a:spcPts val="1700"/>
              </a:lnSpc>
              <a:buFont typeface="Wingdings" panose="05000000000000000000" pitchFamily="2" charset="2"/>
              <a:buChar char="ü"/>
            </a:pP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강의 내용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(4.9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과 강의방식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(4.9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 만족도를 검토할 때 실무 활용 중심 방식에 대한 학습자들의 수용성이 높은 수준임을 확인할 수 있음</a:t>
            </a:r>
            <a:r>
              <a:rPr lang="en-US" altLang="ko-KR" sz="1000" spc="-8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C7BE218-2E1A-CEFB-1110-23BF563AD725}"/>
              </a:ext>
            </a:extLst>
          </p:cNvPr>
          <p:cNvSpPr/>
          <p:nvPr/>
        </p:nvSpPr>
        <p:spPr>
          <a:xfrm>
            <a:off x="930474" y="4417201"/>
            <a:ext cx="827330" cy="1936252"/>
          </a:xfrm>
          <a:prstGeom prst="rect">
            <a:avLst/>
          </a:prstGeom>
          <a:solidFill>
            <a:srgbClr val="E7E6E6">
              <a:lumMod val="9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rgbClr val="404040"/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시사점</a:t>
            </a:r>
          </a:p>
        </p:txBody>
      </p:sp>
      <p:graphicFrame>
        <p:nvGraphicFramePr>
          <p:cNvPr id="24" name="표 0">
            <a:extLst>
              <a:ext uri="{FF2B5EF4-FFF2-40B4-BE49-F238E27FC236}">
                <a16:creationId xmlns:a16="http://schemas.microsoft.com/office/drawing/2014/main" id="{1940FDB1-4F9C-4EEF-D336-7FA1E6A4A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294586"/>
              </p:ext>
            </p:extLst>
          </p:nvPr>
        </p:nvGraphicFramePr>
        <p:xfrm>
          <a:off x="3529742" y="1877549"/>
          <a:ext cx="2377939" cy="1840894"/>
        </p:xfrm>
        <a:graphic>
          <a:graphicData uri="http://schemas.openxmlformats.org/drawingml/2006/table">
            <a:tbl>
              <a:tblPr firstRow="1" bandRow="1"/>
              <a:tblGrid>
                <a:gridCol w="306831">
                  <a:extLst>
                    <a:ext uri="{9D8B030D-6E8A-4147-A177-3AD203B41FA5}">
                      <a16:colId xmlns:a16="http://schemas.microsoft.com/office/drawing/2014/main" val="4197524285"/>
                    </a:ext>
                  </a:extLst>
                </a:gridCol>
                <a:gridCol w="2071108">
                  <a:extLst>
                    <a:ext uri="{9D8B030D-6E8A-4147-A177-3AD203B41FA5}">
                      <a16:colId xmlns:a16="http://schemas.microsoft.com/office/drawing/2014/main" val="3233979085"/>
                    </a:ext>
                  </a:extLst>
                </a:gridCol>
              </a:tblGrid>
              <a:tr h="244624"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900" b="1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순위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EF8"/>
                    </a:solidFill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b="1" kern="1200">
                          <a:solidFill>
                            <a:schemeClr val="lt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900" b="1" kern="1200" dirty="0" err="1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모듈명</a:t>
                      </a:r>
                      <a:endParaRPr lang="ko-KR" altLang="en-US" sz="900" b="1" kern="1200" dirty="0">
                        <a:solidFill>
                          <a:srgbClr val="40404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414652"/>
                  </a:ext>
                </a:extLst>
              </a:tr>
              <a:tr h="319254"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1위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l" latinLnBrk="1"/>
                      <a:r>
                        <a:rPr lang="ko-KR" altLang="en-US" sz="800" b="0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기획의 표현 </a:t>
                      </a:r>
                      <a:r>
                        <a:rPr lang="en-US" altLang="ko-KR" sz="800" b="0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(Writing, Editing </a:t>
                      </a:r>
                      <a:r>
                        <a:rPr lang="ko-KR" altLang="en-US" sz="800" b="0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등</a:t>
                      </a:r>
                      <a:r>
                        <a:rPr lang="en-US" altLang="ko-KR" sz="800" b="0" kern="120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)(10</a:t>
                      </a:r>
                      <a:r>
                        <a:rPr lang="en-US" altLang="ko-KR" sz="8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명)</a:t>
                      </a:r>
                      <a:endParaRPr lang="ko-KR" altLang="en-US" sz="800" b="0" dirty="0">
                        <a:solidFill>
                          <a:srgbClr val="40404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841648"/>
                  </a:ext>
                </a:extLst>
              </a:tr>
              <a:tr h="319254"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2위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l" latinLnBrk="1"/>
                      <a:r>
                        <a:rPr lang="ko-KR" altLang="en-US" sz="800" b="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기획서의 </a:t>
                      </a:r>
                      <a:r>
                        <a:rPr lang="ko-KR" altLang="en-US" sz="800" b="0" spc="-40" baseline="0" dirty="0" err="1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전달력</a:t>
                      </a:r>
                      <a:r>
                        <a:rPr lang="ko-KR" altLang="en-US" sz="800" b="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 </a:t>
                      </a:r>
                      <a:r>
                        <a:rPr lang="en-US" altLang="ko-KR" sz="800" b="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(Presentation </a:t>
                      </a:r>
                      <a:r>
                        <a:rPr lang="ko-KR" altLang="en-US" sz="800" b="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원칙 부여</a:t>
                      </a:r>
                      <a:r>
                        <a:rPr lang="en-US" altLang="ko-KR" sz="800" b="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)(8</a:t>
                      </a:r>
                      <a:r>
                        <a:rPr lang="ko-KR" altLang="en-US" sz="800" b="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명</a:t>
                      </a:r>
                      <a:r>
                        <a:rPr lang="en-US" altLang="ko-KR" sz="800" b="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)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7563443"/>
                  </a:ext>
                </a:extLst>
              </a:tr>
              <a:tr h="3192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2</a:t>
                      </a:r>
                      <a:r>
                        <a:rPr lang="ko-KR" altLang="en-US" sz="9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위</a:t>
                      </a:r>
                      <a:endParaRPr lang="en-US" altLang="ko-KR" sz="900" b="0" dirty="0">
                        <a:solidFill>
                          <a:srgbClr val="40404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4295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기획의 논리전개 </a:t>
                      </a:r>
                      <a:r>
                        <a:rPr lang="en-US" altLang="ko-KR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(Organizing)(8</a:t>
                      </a:r>
                      <a:r>
                        <a:rPr lang="ko-KR" altLang="en-US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명</a:t>
                      </a:r>
                      <a:r>
                        <a:rPr lang="en-US" altLang="ko-KR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5306297"/>
                  </a:ext>
                </a:extLst>
              </a:tr>
              <a:tr h="319254"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4위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1pPr>
                      <a:lvl2pPr marL="3714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2pPr>
                      <a:lvl3pPr marL="7429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3pPr>
                      <a:lvl4pPr marL="11144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4pPr>
                      <a:lvl5pPr marL="14859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5pPr>
                      <a:lvl6pPr marL="185737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6pPr>
                      <a:lvl7pPr marL="222885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7pPr>
                      <a:lvl8pPr marL="2600325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8pPr>
                      <a:lvl9pPr marL="2971800" algn="l" defTabSz="742950" rtl="0" eaLnBrk="1" latinLnBrk="1" hangingPunct="1">
                        <a:defRPr sz="1463" kern="1200">
                          <a:solidFill>
                            <a:schemeClr val="dk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l" latinLnBrk="1"/>
                      <a:r>
                        <a:rPr lang="ko-KR" altLang="en-US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기획의 생각정리 </a:t>
                      </a:r>
                      <a:r>
                        <a:rPr lang="en-US" altLang="ko-KR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(Pre Writing)(6</a:t>
                      </a:r>
                      <a:r>
                        <a:rPr lang="ko-KR" altLang="en-US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명</a:t>
                      </a:r>
                      <a:r>
                        <a:rPr lang="en-US" altLang="ko-KR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603622"/>
                  </a:ext>
                </a:extLst>
              </a:tr>
              <a:tr h="3192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5</a:t>
                      </a:r>
                      <a:r>
                        <a:rPr lang="ko-KR" altLang="en-US" sz="900" b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위</a:t>
                      </a:r>
                      <a:endParaRPr lang="en-US" altLang="ko-KR" sz="900" b="0" dirty="0">
                        <a:solidFill>
                          <a:srgbClr val="404040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</a:endParaRP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기획서의 보고 </a:t>
                      </a:r>
                      <a:r>
                        <a:rPr lang="en-US" altLang="ko-KR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모의 발표</a:t>
                      </a:r>
                      <a:r>
                        <a:rPr lang="en-US" altLang="ko-KR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)(5</a:t>
                      </a:r>
                      <a:r>
                        <a:rPr lang="ko-KR" altLang="en-US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명</a:t>
                      </a:r>
                      <a:r>
                        <a:rPr lang="en-US" altLang="ko-KR" sz="800" b="0" kern="1200" spc="-40" baseline="0" dirty="0">
                          <a:solidFill>
                            <a:srgbClr val="404040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2199491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7B6B1A04-D559-CB06-322A-F9954D9D3183}"/>
              </a:ext>
            </a:extLst>
          </p:cNvPr>
          <p:cNvSpPr txBox="1"/>
          <p:nvPr/>
        </p:nvSpPr>
        <p:spPr>
          <a:xfrm>
            <a:off x="3832983" y="1584136"/>
            <a:ext cx="1776109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&lt;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모듈별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선호 순위 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&gt;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7B9726-2C45-8DDA-7E69-AA470022E13D}"/>
              </a:ext>
            </a:extLst>
          </p:cNvPr>
          <p:cNvSpPr txBox="1"/>
          <p:nvPr/>
        </p:nvSpPr>
        <p:spPr>
          <a:xfrm>
            <a:off x="4598184" y="3720104"/>
            <a:ext cx="136351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8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선택형 객관식</a:t>
            </a:r>
            <a:r>
              <a:rPr lang="en-US" altLang="ko-KR" sz="8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8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복수 선택 가능</a:t>
            </a:r>
            <a:r>
              <a:rPr lang="en-US" altLang="ko-KR" sz="8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80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6111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BD83C0-D29D-CF52-0C8F-DE2EF6A95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설문 결과</a:t>
            </a:r>
            <a:r>
              <a:rPr lang="en-US" altLang="ko-KR" dirty="0"/>
              <a:t>_② </a:t>
            </a:r>
            <a:r>
              <a:rPr lang="ko-KR" altLang="en-US" dirty="0"/>
              <a:t>정성 평가 </a:t>
            </a:r>
            <a:r>
              <a:rPr lang="en-US" altLang="ko-KR" dirty="0"/>
              <a:t>raw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B3C417E-0804-5EDF-01F2-EA4A0ED40E52}"/>
              </a:ext>
            </a:extLst>
          </p:cNvPr>
          <p:cNvGrpSpPr/>
          <p:nvPr/>
        </p:nvGrpSpPr>
        <p:grpSpPr>
          <a:xfrm>
            <a:off x="882572" y="921338"/>
            <a:ext cx="8191166" cy="323852"/>
            <a:chOff x="1061884" y="2016225"/>
            <a:chExt cx="4807974" cy="323852"/>
          </a:xfrm>
        </p:grpSpPr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6751EA6A-AE42-EDA1-E3FD-F225728C5494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60B899-2AED-45E6-13B4-CA435676644D}"/>
                </a:ext>
              </a:extLst>
            </p:cNvPr>
            <p:cNvSpPr txBox="1"/>
            <p:nvPr/>
          </p:nvSpPr>
          <p:spPr>
            <a:xfrm>
              <a:off x="1061884" y="2016225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Noto Sans CJK KR Bold" panose="020B0800000000000000" pitchFamily="34" charset="-127"/>
                  <a:ea typeface="Noto Sans CJK KR Bold" panose="020B0800000000000000" pitchFamily="34" charset="-127"/>
                </a:rPr>
                <a:t>설문 주요 의견</a:t>
              </a:r>
              <a:endParaRPr lang="ko-KR" altLang="en-US" sz="1400" dirty="0">
                <a:solidFill>
                  <a:srgbClr val="555555"/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endParaRPr>
            </a:p>
          </p:txBody>
        </p:sp>
      </p:grp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F494C2D-4F2D-8360-F343-1B93E8DF2FBA}"/>
              </a:ext>
            </a:extLst>
          </p:cNvPr>
          <p:cNvGraphicFramePr>
            <a:graphicFrameLocks noGrp="1"/>
          </p:cNvGraphicFramePr>
          <p:nvPr/>
        </p:nvGraphicFramePr>
        <p:xfrm>
          <a:off x="870058" y="1363038"/>
          <a:ext cx="8176875" cy="49977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7359">
                  <a:extLst>
                    <a:ext uri="{9D8B030D-6E8A-4147-A177-3AD203B41FA5}">
                      <a16:colId xmlns:a16="http://schemas.microsoft.com/office/drawing/2014/main" val="4120179635"/>
                    </a:ext>
                  </a:extLst>
                </a:gridCol>
                <a:gridCol w="2632899">
                  <a:extLst>
                    <a:ext uri="{9D8B030D-6E8A-4147-A177-3AD203B41FA5}">
                      <a16:colId xmlns:a16="http://schemas.microsoft.com/office/drawing/2014/main" val="805340081"/>
                    </a:ext>
                  </a:extLst>
                </a:gridCol>
                <a:gridCol w="2726617">
                  <a:extLst>
                    <a:ext uri="{9D8B030D-6E8A-4147-A177-3AD203B41FA5}">
                      <a16:colId xmlns:a16="http://schemas.microsoft.com/office/drawing/2014/main" val="1409398791"/>
                    </a:ext>
                  </a:extLst>
                </a:gridCol>
              </a:tblGrid>
              <a:tr h="29601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ko-KR" altLang="en-US" sz="1200" kern="1200" spc="-6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긍정적으로 느낀 점</a:t>
                      </a: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5430" marR="5430" marT="543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새롭게 알게 된 점</a:t>
                      </a:r>
                    </a:p>
                  </a:txBody>
                  <a:tcPr marL="5430" marR="5430" marT="543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개선 및 보완점</a:t>
                      </a:r>
                    </a:p>
                  </a:txBody>
                  <a:tcPr marL="5430" marR="5430" marT="543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344064"/>
                  </a:ext>
                </a:extLst>
              </a:tr>
              <a:tr h="4701764">
                <a:tc>
                  <a:txBody>
                    <a:bodyPr/>
                    <a:lstStyle/>
                    <a:p>
                      <a:pPr marL="269875" marR="0" lvl="0" indent="-1825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>
                          <a:tab pos="0" algn="l"/>
                          <a:tab pos="180975" algn="l"/>
                        </a:tabLst>
                        <a:defRPr/>
                      </a:pPr>
                      <a:endParaRPr kumimoji="0" lang="en-US" altLang="ko-KR" sz="1000" b="1" i="0" u="none" strike="noStrike" kern="0" cap="none" spc="-4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6350" marT="635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975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기아 Medium" panose="020B0600000101010101" pitchFamily="50" charset="-127"/>
                        <a:buNone/>
                        <a:tabLst/>
                        <a:defRPr/>
                      </a:pPr>
                      <a:endParaRPr kumimoji="0" lang="en-US" altLang="ko-KR" sz="1000" b="1" i="0" u="none" strike="noStrike" kern="0" cap="none" spc="-4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6350" marT="635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9875" marR="0" lvl="0" indent="-1825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>
                          <a:tab pos="0" algn="l"/>
                          <a:tab pos="180975" algn="l"/>
                        </a:tabLst>
                        <a:defRPr/>
                      </a:pPr>
                      <a:endParaRPr kumimoji="0" lang="en-US" altLang="ko-KR" sz="1000" b="1" i="0" u="none" strike="noStrike" kern="0" cap="none" spc="-4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5430" marT="543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216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729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AFAF3-57B5-1B60-D052-EFCDAFC9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77E231-FADB-72CE-DEA9-68304D12A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결과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_②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정성 평가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주요 의견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)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0FDD31C-1D48-BD7E-AD98-FE84A06BBC57}"/>
              </a:ext>
            </a:extLst>
          </p:cNvPr>
          <p:cNvCxnSpPr>
            <a:cxnSpLocks/>
          </p:cNvCxnSpPr>
          <p:nvPr/>
        </p:nvCxnSpPr>
        <p:spPr>
          <a:xfrm>
            <a:off x="882572" y="1245190"/>
            <a:ext cx="8191166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표 43">
            <a:extLst>
              <a:ext uri="{FF2B5EF4-FFF2-40B4-BE49-F238E27FC236}">
                <a16:creationId xmlns:a16="http://schemas.microsoft.com/office/drawing/2014/main" id="{090DF6D2-7CC6-C928-07A4-832A24633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168264"/>
              </p:ext>
            </p:extLst>
          </p:nvPr>
        </p:nvGraphicFramePr>
        <p:xfrm>
          <a:off x="870058" y="1245191"/>
          <a:ext cx="8176875" cy="51262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7359">
                  <a:extLst>
                    <a:ext uri="{9D8B030D-6E8A-4147-A177-3AD203B41FA5}">
                      <a16:colId xmlns:a16="http://schemas.microsoft.com/office/drawing/2014/main" val="4120179635"/>
                    </a:ext>
                  </a:extLst>
                </a:gridCol>
                <a:gridCol w="2632899">
                  <a:extLst>
                    <a:ext uri="{9D8B030D-6E8A-4147-A177-3AD203B41FA5}">
                      <a16:colId xmlns:a16="http://schemas.microsoft.com/office/drawing/2014/main" val="805340081"/>
                    </a:ext>
                  </a:extLst>
                </a:gridCol>
                <a:gridCol w="2726617">
                  <a:extLst>
                    <a:ext uri="{9D8B030D-6E8A-4147-A177-3AD203B41FA5}">
                      <a16:colId xmlns:a16="http://schemas.microsoft.com/office/drawing/2014/main" val="1409398791"/>
                    </a:ext>
                  </a:extLst>
                </a:gridCol>
              </a:tblGrid>
              <a:tr h="29923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ko-KR" altLang="en-US" sz="1400" kern="1200" spc="-60" noProof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긍정적으로 느낀 점</a:t>
                      </a:r>
                      <a:endParaRPr lang="ko-KR" altLang="en-US" sz="14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marL="5430" marR="5430" marT="543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ko-KR" altLang="en-US" sz="14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새롭게 알게 된 점</a:t>
                      </a:r>
                    </a:p>
                  </a:txBody>
                  <a:tcPr marL="5430" marR="5430" marT="543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4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개선 및 보완점</a:t>
                      </a:r>
                    </a:p>
                  </a:txBody>
                  <a:tcPr marL="5430" marR="5430" marT="543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344064"/>
                  </a:ext>
                </a:extLst>
              </a:tr>
              <a:tr h="4800815">
                <a:tc>
                  <a:txBody>
                    <a:bodyPr/>
                    <a:lstStyle/>
                    <a:p>
                      <a:pPr marL="269875" marR="0" lvl="0" indent="-182563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>
                          <a:tab pos="0" algn="l"/>
                          <a:tab pos="180975" algn="l"/>
                        </a:tabLst>
                        <a:defRPr/>
                      </a:pPr>
                      <a:endParaRPr kumimoji="0" lang="en-US" altLang="ko-KR" sz="1050" b="0" i="0" u="none" strike="noStrike" kern="0" cap="none" spc="-4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72000" marR="6350" marT="10800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9875" marR="0" lvl="0" indent="-182563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>
                          <a:tab pos="0" algn="l"/>
                          <a:tab pos="180975" algn="l"/>
                        </a:tabLst>
                        <a:defRPr/>
                      </a:pPr>
                      <a:endParaRPr kumimoji="0" lang="en-US" altLang="ko-KR" sz="1050" b="0" i="0" u="none" strike="noStrike" kern="0" cap="none" spc="-4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72000" marR="6350" marT="10800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9875" marR="0" lvl="0" indent="-182563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>
                          <a:tab pos="0" algn="l"/>
                          <a:tab pos="180975" algn="l"/>
                        </a:tabLst>
                        <a:defRPr/>
                      </a:pPr>
                      <a:endParaRPr kumimoji="0" lang="en-US" altLang="ko-KR" sz="1050" b="0" i="0" u="none" strike="noStrike" kern="0" cap="none" spc="-40" normalizeH="0" baseline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72000" marR="5430" marT="10800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216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1908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DE013-01AC-7CFA-DFA3-DA85290A4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8E04B2-45D3-9E7B-AB19-D6AD7388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3.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 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Review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및 제언</a:t>
            </a:r>
          </a:p>
        </p:txBody>
      </p:sp>
    </p:spTree>
    <p:extLst>
      <p:ext uri="{BB962C8B-B14F-4D97-AF65-F5344CB8AC3E}">
        <p14:creationId xmlns:p14="http://schemas.microsoft.com/office/powerpoint/2010/main" val="681946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333AE-9FC0-4060-EEDA-1554B7907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ED714-BB0C-37ED-2FAC-7D86AE06E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과정 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Review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및 제언</a:t>
            </a:r>
            <a:b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</a:b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C8FCDA2-CB19-FB7C-9376-C06488E04EEB}"/>
              </a:ext>
            </a:extLst>
          </p:cNvPr>
          <p:cNvGrpSpPr/>
          <p:nvPr/>
        </p:nvGrpSpPr>
        <p:grpSpPr>
          <a:xfrm>
            <a:off x="823947" y="1481137"/>
            <a:ext cx="4811308" cy="307777"/>
            <a:chOff x="1055689" y="2052140"/>
            <a:chExt cx="4814169" cy="307777"/>
          </a:xfrm>
        </p:grpSpPr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349958D7-2CB8-FF4F-8F64-525DA7D0687C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C9D5BC-0346-E2DA-4BD5-24BE5A3C460F}"/>
                </a:ext>
              </a:extLst>
            </p:cNvPr>
            <p:cNvSpPr txBox="1"/>
            <p:nvPr/>
          </p:nvSpPr>
          <p:spPr>
            <a:xfrm>
              <a:off x="1055689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2026</a:t>
              </a:r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년도</a:t>
              </a:r>
              <a:r>
                <a:rPr lang="en-US" altLang="ko-KR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 </a:t>
              </a:r>
              <a:r>
                <a:rPr lang="en-US" altLang="ko-KR" sz="1400" spc="-8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class_name</a:t>
              </a:r>
              <a:r>
                <a:rPr lang="en-US" altLang="ko-KR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 Review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6F01BFB5-431F-5C1C-3C5C-79C5B9B1B454}"/>
              </a:ext>
            </a:extLst>
          </p:cNvPr>
          <p:cNvGrpSpPr/>
          <p:nvPr/>
        </p:nvGrpSpPr>
        <p:grpSpPr>
          <a:xfrm>
            <a:off x="5923721" y="1481137"/>
            <a:ext cx="3149281" cy="307777"/>
            <a:chOff x="1055689" y="2052140"/>
            <a:chExt cx="4814169" cy="307777"/>
          </a:xfrm>
        </p:grpSpPr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998952A0-9BF9-263C-BA91-0DAF67DFA359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FF16C25-4C8F-C9B2-7A81-3D6CFAAA9332}"/>
                </a:ext>
              </a:extLst>
            </p:cNvPr>
            <p:cNvSpPr txBox="1"/>
            <p:nvPr/>
          </p:nvSpPr>
          <p:spPr>
            <a:xfrm>
              <a:off x="1055689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향후 과정을 위한 계획 </a:t>
              </a:r>
              <a:r>
                <a:rPr lang="en-US" altLang="ko-KR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/ </a:t>
              </a:r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제언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9C70A13-4F59-B104-19F3-1DDD6A97A462}"/>
              </a:ext>
            </a:extLst>
          </p:cNvPr>
          <p:cNvGrpSpPr/>
          <p:nvPr/>
        </p:nvGrpSpPr>
        <p:grpSpPr>
          <a:xfrm>
            <a:off x="845213" y="2024115"/>
            <a:ext cx="8187868" cy="4254570"/>
            <a:chOff x="859066" y="2192904"/>
            <a:chExt cx="8187868" cy="3191528"/>
          </a:xfrm>
        </p:grpSpPr>
        <p:sp>
          <p:nvSpPr>
            <p:cNvPr id="30" name="Text Box 188">
              <a:extLst>
                <a:ext uri="{FF2B5EF4-FFF2-40B4-BE49-F238E27FC236}">
                  <a16:creationId xmlns:a16="http://schemas.microsoft.com/office/drawing/2014/main" id="{AE9C2FF3-FF84-F771-E392-6369B09483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5284" y="2192904"/>
              <a:ext cx="4119301" cy="1008133"/>
            </a:xfrm>
            <a:prstGeom prst="roundRect">
              <a:avLst>
                <a:gd name="adj" fmla="val 4014"/>
              </a:avLst>
            </a:prstGeom>
            <a:solidFill>
              <a:sysClr val="window" lastClr="FFFFFF"/>
            </a:solidFill>
            <a:ln w="6350">
              <a:solidFill>
                <a:sysClr val="window" lastClr="FFFFFF">
                  <a:lumMod val="75000"/>
                </a:sysClr>
              </a:solidFill>
            </a:ln>
          </p:spPr>
          <p:txBody>
            <a:bodyPr lIns="0" rIns="0" anchor="ctr" anchorCtr="0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9pPr>
            </a:lstStyle>
            <a:p>
              <a:pPr marL="269875" indent="-182563" latinLnBrk="0">
                <a:lnSpc>
                  <a:spcPct val="110000"/>
                </a:lnSpc>
                <a:spcBef>
                  <a:spcPts val="300"/>
                </a:spcBef>
                <a:buFont typeface="Wingdings" panose="05000000000000000000" pitchFamily="2" charset="2"/>
                <a:buChar char="ü"/>
                <a:tabLst>
                  <a:tab pos="0" algn="l"/>
                  <a:tab pos="180975" algn="l"/>
                </a:tabLst>
              </a:pPr>
              <a:r>
                <a:rPr lang="ko-KR" altLang="en-US" sz="1000" kern="0" spc="-6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ㅇㅇㅇ</a:t>
              </a:r>
              <a:endParaRPr lang="en-US" altLang="ko-KR" sz="1000" kern="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  <a:p>
              <a:pPr marL="357188" indent="-176213" latinLnBrk="0">
                <a:lnSpc>
                  <a:spcPct val="110000"/>
                </a:lnSpc>
                <a:spcBef>
                  <a:spcPts val="300"/>
                </a:spcBef>
                <a:buFont typeface="기아 Medium" panose="020B0600000101010101" pitchFamily="50" charset="-127"/>
                <a:buChar char="‐"/>
                <a:tabLst>
                  <a:tab pos="0" algn="l"/>
                  <a:tab pos="180975" algn="l"/>
                </a:tabLst>
              </a:pPr>
              <a:r>
                <a:rPr lang="ko-KR" altLang="en-US" sz="1000" kern="0" spc="-6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ㅁㅁㅁ</a:t>
              </a:r>
              <a:endParaRPr lang="en-US" altLang="ko-KR" sz="1000" kern="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  <a:p>
              <a:pPr marL="357188" indent="-176213" latinLnBrk="0">
                <a:lnSpc>
                  <a:spcPct val="110000"/>
                </a:lnSpc>
                <a:spcBef>
                  <a:spcPts val="300"/>
                </a:spcBef>
                <a:buFont typeface="기아 Medium" panose="020B0600000101010101" pitchFamily="50" charset="-127"/>
                <a:buChar char="‐"/>
                <a:tabLst>
                  <a:tab pos="0" algn="l"/>
                  <a:tab pos="180975" algn="l"/>
                </a:tabLst>
              </a:pPr>
              <a:r>
                <a:rPr lang="ko-KR" altLang="en-US" sz="1000" kern="0" spc="-6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ㅁㅁㅁ</a:t>
              </a:r>
              <a:endParaRPr lang="en-US" altLang="ko-KR" sz="1000" kern="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31" name="Text Box 188">
              <a:extLst>
                <a:ext uri="{FF2B5EF4-FFF2-40B4-BE49-F238E27FC236}">
                  <a16:creationId xmlns:a16="http://schemas.microsoft.com/office/drawing/2014/main" id="{03601D68-49E8-0613-CCBB-7A8821A40E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70922" y="2203982"/>
              <a:ext cx="2976012" cy="1224208"/>
            </a:xfrm>
            <a:prstGeom prst="roundRect">
              <a:avLst>
                <a:gd name="adj" fmla="val 0"/>
              </a:avLst>
            </a:prstGeom>
            <a:solidFill>
              <a:srgbClr val="D9EEF8"/>
            </a:solidFill>
            <a:ln w="6350">
              <a:solidFill>
                <a:sysClr val="window" lastClr="FFFFFF">
                  <a:lumMod val="75000"/>
                </a:sysClr>
              </a:solidFill>
            </a:ln>
          </p:spPr>
          <p:txBody>
            <a:bodyPr lIns="72000" rIns="72000" anchor="ctr" anchorCtr="0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9pPr>
            </a:lstStyle>
            <a:p>
              <a:pPr marL="87312" lvl="0" latinLnBrk="0">
                <a:lnSpc>
                  <a:spcPct val="120000"/>
                </a:lnSpc>
                <a:spcBef>
                  <a:spcPts val="300"/>
                </a:spcBef>
                <a:defRPr/>
              </a:pPr>
              <a:r>
                <a:rPr lang="ko-KR" altLang="en-US" sz="1000" kern="0" spc="-4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기존 과정 개선</a:t>
              </a:r>
              <a:endParaRPr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  <a:p>
              <a:pPr marL="269875" marR="0" lvl="0" indent="-182563" defTabSz="914400" eaLnBrk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lang="ko-KR" altLang="en-US" sz="1000" kern="0" spc="-4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ㅁㅁㅁ</a:t>
              </a:r>
              <a:endParaRPr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  <a:p>
              <a:pPr marL="269875" indent="-182563" eaLnBrk="0" latinLnBrk="0" hangingPunct="0">
                <a:lnSpc>
                  <a:spcPct val="120000"/>
                </a:lnSpc>
                <a:spcBef>
                  <a:spcPts val="300"/>
                </a:spcBef>
                <a:buFont typeface="Noto Sans CJK KR Bold" panose="020B0800000000000000" pitchFamily="34" charset="-127"/>
                <a:buChar char="→"/>
                <a:defRPr/>
              </a:pPr>
              <a:r>
                <a:rPr kumimoji="0" lang="ko-KR" altLang="en-US" sz="1000" kern="0" spc="-4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sym typeface="Wingdings" panose="05000000000000000000" pitchFamily="2" charset="2"/>
                </a:rPr>
                <a:t>ㅁㅁㅁ</a:t>
              </a:r>
              <a:endParaRPr kumimoji="0"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  <a:sym typeface="Wingdings" panose="05000000000000000000" pitchFamily="2" charset="2"/>
              </a:endParaRPr>
            </a:p>
            <a:p>
              <a:pPr marL="269875" indent="-182563" eaLnBrk="0" latinLnBrk="0" hangingPunct="0">
                <a:lnSpc>
                  <a:spcPct val="120000"/>
                </a:lnSpc>
                <a:spcBef>
                  <a:spcPts val="300"/>
                </a:spcBef>
                <a:buFont typeface="Noto Sans CJK KR Bold" panose="020B0800000000000000" pitchFamily="34" charset="-127"/>
                <a:buChar char="→"/>
                <a:defRPr/>
              </a:pPr>
              <a:r>
                <a:rPr kumimoji="0" lang="ko-KR" altLang="en-US" sz="1000" kern="0" spc="-4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sym typeface="Wingdings" panose="05000000000000000000" pitchFamily="2" charset="2"/>
                </a:rPr>
                <a:t>ㅁㅁㅁ</a:t>
              </a:r>
              <a:endParaRPr kumimoji="0"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  <a:sym typeface="Wingdings" panose="05000000000000000000" pitchFamily="2" charset="2"/>
              </a:endParaRPr>
            </a:p>
          </p:txBody>
        </p:sp>
        <p:sp>
          <p:nvSpPr>
            <p:cNvPr id="32" name="Rectangle 189">
              <a:extLst>
                <a:ext uri="{FF2B5EF4-FFF2-40B4-BE49-F238E27FC236}">
                  <a16:creationId xmlns:a16="http://schemas.microsoft.com/office/drawing/2014/main" id="{3C64D693-458D-2EAA-7637-6A87AD05D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9066" y="2192908"/>
              <a:ext cx="480784" cy="3101916"/>
            </a:xfrm>
            <a:prstGeom prst="roundRect">
              <a:avLst>
                <a:gd name="adj" fmla="val 10579"/>
              </a:avLst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noFill/>
              <a:prstDash val="solid"/>
              <a:miter/>
            </a:ln>
            <a:effectLst/>
          </p:spPr>
          <p:txBody>
            <a:bodyPr wrap="square" lIns="0" tIns="58500" rIns="0" bIns="58500" rtlCol="0" anchor="ctr">
              <a:noAutofit/>
            </a:bodyPr>
            <a:lstStyle>
              <a:lvl1pPr defTabSz="892175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1pPr>
              <a:lvl2pPr marL="742950" indent="-285750" defTabSz="892175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2pPr>
              <a:lvl3pPr marL="1143000" indent="-228600" defTabSz="892175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3pPr>
              <a:lvl4pPr marL="1600200" indent="-228600" defTabSz="892175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4pPr>
              <a:lvl5pPr marL="2057400" indent="-228600" defTabSz="892175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5pPr>
              <a:lvl6pPr marL="2514600" indent="-228600" algn="ctr" defTabSz="892175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6pPr>
              <a:lvl7pPr marL="2971800" indent="-228600" algn="ctr" defTabSz="892175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7pPr>
              <a:lvl8pPr marL="3429000" indent="-228600" algn="ctr" defTabSz="892175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8pPr>
              <a:lvl9pPr marL="3886200" indent="-228600" algn="ctr" defTabSz="892175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9pPr>
            </a:lstStyle>
            <a:p>
              <a:pPr algn="ctr" defTabSz="914400" eaLnBrk="1" fontAlgn="base" hangingPunct="1">
                <a:lnSpc>
                  <a:spcPct val="110000"/>
                </a:lnSpc>
                <a:spcBef>
                  <a:spcPts val="200"/>
                </a:spcBef>
                <a:defRPr/>
              </a:pPr>
              <a:r>
                <a:rPr lang="ko-KR" altLang="en-US" sz="1200" spc="-6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내용</a:t>
              </a:r>
            </a:p>
          </p:txBody>
        </p:sp>
        <p:sp>
          <p:nvSpPr>
            <p:cNvPr id="12" name="Text Box 188">
              <a:extLst>
                <a:ext uri="{FF2B5EF4-FFF2-40B4-BE49-F238E27FC236}">
                  <a16:creationId xmlns:a16="http://schemas.microsoft.com/office/drawing/2014/main" id="{6335A4D0-53CD-CCEB-F11F-6FAE707944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4901" y="3254217"/>
              <a:ext cx="4119301" cy="955835"/>
            </a:xfrm>
            <a:prstGeom prst="roundRect">
              <a:avLst>
                <a:gd name="adj" fmla="val 3586"/>
              </a:avLst>
            </a:prstGeom>
            <a:solidFill>
              <a:sysClr val="window" lastClr="FFFFFF"/>
            </a:solidFill>
            <a:ln w="6350">
              <a:solidFill>
                <a:sysClr val="window" lastClr="FFFFFF">
                  <a:lumMod val="75000"/>
                </a:sysClr>
              </a:solidFill>
            </a:ln>
          </p:spPr>
          <p:txBody>
            <a:bodyPr lIns="0" rIns="0" anchor="ctr" anchorCtr="0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9pPr>
            </a:lstStyle>
            <a:p>
              <a:pPr marL="269875" indent="-182563" latinLnBrk="0">
                <a:lnSpc>
                  <a:spcPct val="110000"/>
                </a:lnSpc>
                <a:spcBef>
                  <a:spcPts val="300"/>
                </a:spcBef>
                <a:buFont typeface="Wingdings" panose="05000000000000000000" pitchFamily="2" charset="2"/>
                <a:buChar char="ü"/>
                <a:tabLst>
                  <a:tab pos="0" algn="l"/>
                  <a:tab pos="180975" algn="l"/>
                </a:tabLst>
              </a:pPr>
              <a:r>
                <a:rPr lang="ko-KR" altLang="en-US" sz="1000" kern="0" spc="-6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ㅇㅇㅇ</a:t>
              </a:r>
              <a:endParaRPr lang="en-US" altLang="ko-KR" sz="1000" kern="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  <a:p>
              <a:pPr marL="357188" indent="-176213" latinLnBrk="0">
                <a:lnSpc>
                  <a:spcPct val="110000"/>
                </a:lnSpc>
                <a:spcBef>
                  <a:spcPts val="300"/>
                </a:spcBef>
                <a:buFont typeface="기아 Medium" panose="020B0600000101010101" pitchFamily="50" charset="-127"/>
                <a:buChar char="‐"/>
                <a:tabLst>
                  <a:tab pos="0" algn="l"/>
                  <a:tab pos="180975" algn="l"/>
                </a:tabLst>
              </a:pPr>
              <a:r>
                <a:rPr lang="ko-KR" altLang="en-US" sz="1000" kern="0" spc="-6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ㅁㅁㅁ</a:t>
              </a:r>
              <a:endParaRPr lang="en-US" altLang="ko-KR" sz="1000" kern="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  <a:p>
              <a:pPr marL="357188" indent="-176213" latinLnBrk="0">
                <a:lnSpc>
                  <a:spcPct val="110000"/>
                </a:lnSpc>
                <a:spcBef>
                  <a:spcPts val="300"/>
                </a:spcBef>
                <a:buFont typeface="기아 Medium" panose="020B0600000101010101" pitchFamily="50" charset="-127"/>
                <a:buChar char="‐"/>
                <a:tabLst>
                  <a:tab pos="0" algn="l"/>
                  <a:tab pos="180975" algn="l"/>
                </a:tabLst>
              </a:pPr>
              <a:r>
                <a:rPr lang="ko-KR" altLang="en-US" sz="1000" kern="0" spc="-6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ㅁㅁㅁ</a:t>
              </a:r>
              <a:endParaRPr lang="en-US" altLang="ko-KR" sz="1000" kern="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3" name="Text Box 188">
              <a:extLst>
                <a:ext uri="{FF2B5EF4-FFF2-40B4-BE49-F238E27FC236}">
                  <a16:creationId xmlns:a16="http://schemas.microsoft.com/office/drawing/2014/main" id="{C7803ED4-29C0-EF0B-293C-E07C1A5B58F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70922" y="3517659"/>
              <a:ext cx="2976012" cy="1777162"/>
            </a:xfrm>
            <a:prstGeom prst="roundRect">
              <a:avLst>
                <a:gd name="adj" fmla="val 0"/>
              </a:avLst>
            </a:prstGeom>
            <a:solidFill>
              <a:srgbClr val="D9EEF8"/>
            </a:solidFill>
            <a:ln w="6350">
              <a:solidFill>
                <a:sysClr val="window" lastClr="FFFFFF">
                  <a:lumMod val="75000"/>
                </a:sysClr>
              </a:solidFill>
            </a:ln>
          </p:spPr>
          <p:txBody>
            <a:bodyPr lIns="72000" rIns="72000" anchor="ctr" anchorCtr="0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Arial" pitchFamily="34" charset="0"/>
                  <a:ea typeface="굴림" pitchFamily="50" charset="-127"/>
                </a:defRPr>
              </a:lvl9pPr>
            </a:lstStyle>
            <a:p>
              <a:pPr marL="87312" marR="0" lvl="0" algn="l" defTabSz="914400" rtl="0" eaLnBrk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ko-KR" altLang="en-US" sz="1000" kern="0" spc="-4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후속 과정 제안</a:t>
              </a:r>
              <a:endParaRPr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  <a:p>
              <a:pPr marL="269875" lvl="0" indent="-182563" latinLnBrk="0">
                <a:lnSpc>
                  <a:spcPct val="120000"/>
                </a:lnSpc>
                <a:spcBef>
                  <a:spcPts val="300"/>
                </a:spcBef>
                <a:buFont typeface="Wingdings" panose="05000000000000000000" pitchFamily="2" charset="2"/>
                <a:buChar char="§"/>
                <a:defRPr/>
              </a:pPr>
              <a:r>
                <a:rPr lang="ko-KR" altLang="en-US" sz="1000" kern="0" spc="-4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ㅁㅁㅁ</a:t>
              </a:r>
              <a:endParaRPr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  <a:p>
              <a:pPr marL="269875" indent="-182563" latinLnBrk="0">
                <a:lnSpc>
                  <a:spcPct val="120000"/>
                </a:lnSpc>
                <a:spcBef>
                  <a:spcPts val="300"/>
                </a:spcBef>
                <a:buFont typeface="Noto Sans CJK KR Bold" panose="020B0800000000000000" pitchFamily="34" charset="-127"/>
                <a:buChar char="→"/>
                <a:defRPr/>
              </a:pPr>
              <a:r>
                <a:rPr kumimoji="0" lang="ko-KR" altLang="en-US" sz="1000" kern="0" spc="-4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sym typeface="Wingdings" panose="05000000000000000000" pitchFamily="2" charset="2"/>
                </a:rPr>
                <a:t>ㅁㅁㅁ</a:t>
              </a:r>
              <a:endParaRPr kumimoji="0"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  <a:sym typeface="Wingdings" panose="05000000000000000000" pitchFamily="2" charset="2"/>
              </a:endParaRPr>
            </a:p>
            <a:p>
              <a:pPr marL="269875" indent="-182563" latinLnBrk="0">
                <a:lnSpc>
                  <a:spcPct val="120000"/>
                </a:lnSpc>
                <a:spcBef>
                  <a:spcPts val="300"/>
                </a:spcBef>
                <a:buFont typeface="Noto Sans CJK KR Bold" panose="020B0800000000000000" pitchFamily="34" charset="-127"/>
                <a:buChar char="→"/>
                <a:defRPr/>
              </a:pPr>
              <a:r>
                <a:rPr kumimoji="0" lang="ko-KR" altLang="en-US" sz="1000" kern="0" spc="-4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sym typeface="Wingdings" panose="05000000000000000000" pitchFamily="2" charset="2"/>
                </a:rPr>
                <a:t>ㅁㅁㅁ</a:t>
              </a:r>
              <a:endParaRPr kumimoji="0" lang="en-US" altLang="ko-KR" sz="100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  <a:sym typeface="Wingdings" panose="05000000000000000000" pitchFamily="2" charset="2"/>
              </a:endParaRPr>
            </a:p>
            <a:p>
              <a:pPr marL="269875" marR="0" lvl="0" indent="-182563" algn="l" defTabSz="914400" rtl="0" eaLnBrk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ko-KR" altLang="en-US" sz="1000" b="0" i="0" u="none" strike="noStrike" kern="0" cap="none" spc="-40" normalizeH="0" baseline="0" noProof="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나눔고딕 ExtraBold" panose="020D0904000000000000" pitchFamily="50" charset="-127"/>
                  <a:ea typeface="나눔고딕 ExtraBold" panose="020D0904000000000000" pitchFamily="50" charset="-127"/>
                  <a:cs typeface="+mn-cs"/>
                </a:rPr>
                <a:t>ㅁㅁㅁ</a:t>
              </a:r>
              <a:endParaRPr kumimoji="0" lang="en-US" altLang="ko-KR" sz="1000" b="0" i="0" u="none" strike="noStrike" kern="0" cap="none" spc="-4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나눔고딕 ExtraBold" panose="020D0904000000000000" pitchFamily="50" charset="-127"/>
                <a:ea typeface="나눔고딕 ExtraBold" panose="020D0904000000000000" pitchFamily="50" charset="-127"/>
                <a:cs typeface="+mn-cs"/>
              </a:endParaRPr>
            </a:p>
            <a:p>
              <a:pPr marL="269875" marR="0" lvl="0" indent="-182563" algn="l" defTabSz="914400" rtl="0" eaLnBrk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 typeface="Noto Sans CJK KR Bold" panose="020B0800000000000000" pitchFamily="34" charset="-127"/>
                <a:buChar char="→"/>
                <a:tabLst/>
                <a:defRPr/>
              </a:pPr>
              <a:r>
                <a:rPr kumimoji="0" lang="ko-KR" altLang="en-US" sz="1000" b="0" i="0" u="none" strike="noStrike" kern="0" cap="none" spc="-40" normalizeH="0" baseline="0" noProof="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  <a:sym typeface="Wingdings" panose="05000000000000000000" pitchFamily="2" charset="2"/>
                </a:rPr>
                <a:t>ㅁㅁㅁ</a:t>
              </a:r>
              <a:endParaRPr kumimoji="0" lang="en-US" altLang="ko-KR" sz="1000" b="0" i="0" u="none" strike="noStrike" kern="0" cap="none" spc="-4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  <a:sym typeface="Wingdings" panose="05000000000000000000" pitchFamily="2" charset="2"/>
              </a:endParaRPr>
            </a:p>
            <a:p>
              <a:pPr marL="269875" marR="0" lvl="0" indent="-182563" algn="l" defTabSz="914400" rtl="0" eaLnBrk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 typeface="Noto Sans CJK KR Bold" panose="020B0800000000000000" pitchFamily="34" charset="-127"/>
                <a:buChar char="→"/>
                <a:tabLst/>
                <a:defRPr/>
              </a:pPr>
              <a:r>
                <a:rPr kumimoji="0" lang="ko-KR" altLang="en-US" sz="1000" b="0" i="0" u="none" strike="noStrike" kern="0" cap="none" spc="-40" normalizeH="0" baseline="0" noProof="0" dirty="0" err="1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나눔고딕" panose="020D0604000000000000" pitchFamily="50" charset="-127"/>
                  <a:ea typeface="나눔고딕" panose="020D0604000000000000" pitchFamily="50" charset="-127"/>
                  <a:cs typeface="+mn-cs"/>
                  <a:sym typeface="Wingdings" panose="05000000000000000000" pitchFamily="2" charset="2"/>
                </a:rPr>
                <a:t>ㅁㅁㅁ</a:t>
              </a:r>
              <a:endParaRPr kumimoji="0" lang="en-US" altLang="ko-KR" sz="1000" b="0" i="0" u="none" strike="noStrike" kern="0" cap="none" spc="-4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  <a:sym typeface="Wingdings" panose="05000000000000000000" pitchFamily="2" charset="2"/>
              </a:endParaRPr>
            </a:p>
          </p:txBody>
        </p:sp>
        <p:sp>
          <p:nvSpPr>
            <p:cNvPr id="14" name="자유형 89">
              <a:extLst>
                <a:ext uri="{FF2B5EF4-FFF2-40B4-BE49-F238E27FC236}">
                  <a16:creationId xmlns:a16="http://schemas.microsoft.com/office/drawing/2014/main" id="{52D420EC-F340-BBEE-F51F-9440C78E92D5}"/>
                </a:ext>
              </a:extLst>
            </p:cNvPr>
            <p:cNvSpPr/>
            <p:nvPr/>
          </p:nvSpPr>
          <p:spPr>
            <a:xfrm>
              <a:off x="5590138" y="2217582"/>
              <a:ext cx="347437" cy="3166850"/>
            </a:xfrm>
            <a:custGeom>
              <a:avLst/>
              <a:gdLst>
                <a:gd name="connsiteX0" fmla="*/ 0 w 1346200"/>
                <a:gd name="connsiteY0" fmla="*/ 0 h 4282783"/>
                <a:gd name="connsiteX1" fmla="*/ 28962 w 1346200"/>
                <a:gd name="connsiteY1" fmla="*/ 209432 h 4282783"/>
                <a:gd name="connsiteX2" fmla="*/ 557577 w 1346200"/>
                <a:gd name="connsiteY2" fmla="*/ 1499903 h 4282783"/>
                <a:gd name="connsiteX3" fmla="*/ 635000 w 1346200"/>
                <a:gd name="connsiteY3" fmla="*/ 1539765 h 4282783"/>
                <a:gd name="connsiteX4" fmla="*/ 635000 w 1346200"/>
                <a:gd name="connsiteY4" fmla="*/ 955817 h 4282783"/>
                <a:gd name="connsiteX5" fmla="*/ 1346200 w 1346200"/>
                <a:gd name="connsiteY5" fmla="*/ 2149617 h 4282783"/>
                <a:gd name="connsiteX6" fmla="*/ 635000 w 1346200"/>
                <a:gd name="connsiteY6" fmla="*/ 3343417 h 4282783"/>
                <a:gd name="connsiteX7" fmla="*/ 635000 w 1346200"/>
                <a:gd name="connsiteY7" fmla="*/ 2756549 h 4282783"/>
                <a:gd name="connsiteX8" fmla="*/ 557577 w 1346200"/>
                <a:gd name="connsiteY8" fmla="*/ 2782879 h 4282783"/>
                <a:gd name="connsiteX9" fmla="*/ 28962 w 1346200"/>
                <a:gd name="connsiteY9" fmla="*/ 4073351 h 4282783"/>
                <a:gd name="connsiteX10" fmla="*/ 0 w 1346200"/>
                <a:gd name="connsiteY10" fmla="*/ 4282783 h 4282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6200" h="4282783">
                  <a:moveTo>
                    <a:pt x="0" y="0"/>
                  </a:moveTo>
                  <a:lnTo>
                    <a:pt x="28962" y="209432"/>
                  </a:lnTo>
                  <a:cubicBezTo>
                    <a:pt x="140463" y="863597"/>
                    <a:pt x="331517" y="1343848"/>
                    <a:pt x="557577" y="1499903"/>
                  </a:cubicBezTo>
                  <a:lnTo>
                    <a:pt x="635000" y="1539765"/>
                  </a:lnTo>
                  <a:lnTo>
                    <a:pt x="635000" y="955817"/>
                  </a:lnTo>
                  <a:lnTo>
                    <a:pt x="1346200" y="2149617"/>
                  </a:lnTo>
                  <a:lnTo>
                    <a:pt x="635000" y="3343417"/>
                  </a:lnTo>
                  <a:lnTo>
                    <a:pt x="635000" y="2756549"/>
                  </a:lnTo>
                  <a:lnTo>
                    <a:pt x="557577" y="2782879"/>
                  </a:lnTo>
                  <a:cubicBezTo>
                    <a:pt x="331517" y="2938935"/>
                    <a:pt x="140463" y="3419186"/>
                    <a:pt x="28962" y="4073351"/>
                  </a:cubicBezTo>
                  <a:lnTo>
                    <a:pt x="0" y="4282783"/>
                  </a:lnTo>
                  <a:close/>
                </a:path>
              </a:pathLst>
            </a:custGeom>
            <a:solidFill>
              <a:srgbClr val="D9D9D9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pc="-40" dirty="0">
                <a:ln>
                  <a:solidFill>
                    <a:srgbClr val="4DB848">
                      <a:alpha val="0"/>
                    </a:srgbClr>
                  </a:solidFill>
                </a:ln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3" name="Text Box 188">
            <a:extLst>
              <a:ext uri="{FF2B5EF4-FFF2-40B4-BE49-F238E27FC236}">
                <a16:creationId xmlns:a16="http://schemas.microsoft.com/office/drawing/2014/main" id="{EEB1806F-EC05-21FB-D137-1EFB170B48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1048" y="4784034"/>
            <a:ext cx="4119301" cy="1375193"/>
          </a:xfrm>
          <a:prstGeom prst="roundRect">
            <a:avLst>
              <a:gd name="adj" fmla="val 3586"/>
            </a:avLst>
          </a:prstGeom>
          <a:solidFill>
            <a:sysClr val="window" lastClr="FFFFFF"/>
          </a:solidFill>
          <a:ln w="6350">
            <a:solidFill>
              <a:sysClr val="window" lastClr="FFFFFF">
                <a:lumMod val="75000"/>
              </a:sysClr>
            </a:solidFill>
          </a:ln>
        </p:spPr>
        <p:txBody>
          <a:bodyPr lIns="0" rIns="0" anchor="ctr" anchorCtr="0"/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굴림" pitchFamily="50" charset="-127"/>
              </a:defRPr>
            </a:lvl9pPr>
          </a:lstStyle>
          <a:p>
            <a:pPr marL="269875" indent="-182563" latinLnBrk="0">
              <a:lnSpc>
                <a:spcPct val="110000"/>
              </a:lnSpc>
              <a:spcBef>
                <a:spcPts val="300"/>
              </a:spcBef>
              <a:buFont typeface="Wingdings" panose="05000000000000000000" pitchFamily="2" charset="2"/>
              <a:buChar char="ü"/>
              <a:tabLst>
                <a:tab pos="0" algn="l"/>
                <a:tab pos="180975" algn="l"/>
              </a:tabLst>
            </a:pPr>
            <a:r>
              <a:rPr lang="ko-KR" altLang="en-US" sz="1000" kern="0" spc="-6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ㅇㅇㅇ</a:t>
            </a:r>
            <a:endParaRPr lang="en-US" altLang="ko-KR" sz="1000" kern="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357188" indent="-176213" latinLnBrk="0">
              <a:lnSpc>
                <a:spcPct val="110000"/>
              </a:lnSpc>
              <a:spcBef>
                <a:spcPts val="300"/>
              </a:spcBef>
              <a:buFont typeface="기아 Medium" panose="020B0600000101010101" pitchFamily="50" charset="-127"/>
              <a:buChar char="‐"/>
              <a:tabLst>
                <a:tab pos="0" algn="l"/>
                <a:tab pos="180975" algn="l"/>
              </a:tabLst>
            </a:pPr>
            <a:r>
              <a:rPr lang="ko-KR" altLang="en-US" sz="1000" kern="0" spc="-6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ㅁㅁㅁ</a:t>
            </a:r>
            <a:endParaRPr lang="en-US" altLang="ko-KR" sz="1000" kern="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357188" indent="-176213" latinLnBrk="0">
              <a:lnSpc>
                <a:spcPct val="110000"/>
              </a:lnSpc>
              <a:spcBef>
                <a:spcPts val="300"/>
              </a:spcBef>
              <a:buFont typeface="기아 Medium" panose="020B0600000101010101" pitchFamily="50" charset="-127"/>
              <a:buChar char="‐"/>
              <a:tabLst>
                <a:tab pos="0" algn="l"/>
                <a:tab pos="180975" algn="l"/>
              </a:tabLst>
            </a:pPr>
            <a:r>
              <a:rPr lang="ko-KR" altLang="en-US" sz="1000" kern="0" spc="-6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ㅁㅁㅁ</a:t>
            </a:r>
            <a:endParaRPr lang="en-US" altLang="ko-KR" sz="1000" kern="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6090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A2BF-F287-E0B4-8806-8E5C2D78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E10CE4-0B5B-3EE6-8815-EDD7F9DE9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4. Appendix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" name="텍스트 개체 틀 13">
            <a:extLst>
              <a:ext uri="{FF2B5EF4-FFF2-40B4-BE49-F238E27FC236}">
                <a16:creationId xmlns:a16="http://schemas.microsoft.com/office/drawing/2014/main" id="{D2D57172-28DE-8A03-0454-9320C867C6E3}"/>
              </a:ext>
            </a:extLst>
          </p:cNvPr>
          <p:cNvSpPr txBox="1">
            <a:spLocks/>
          </p:cNvSpPr>
          <p:nvPr/>
        </p:nvSpPr>
        <p:spPr>
          <a:xfrm>
            <a:off x="1025304" y="3181376"/>
            <a:ext cx="8065914" cy="369320"/>
          </a:xfrm>
          <a:prstGeom prst="rect">
            <a:avLst/>
          </a:prstGeom>
        </p:spPr>
        <p:txBody>
          <a:bodyPr/>
          <a:lstStyle>
            <a:lvl1pPr marL="185738" indent="-185738" algn="l" defTabSz="742950" rtl="0" eaLnBrk="1" latinLnBrk="1" hangingPunct="1">
              <a:lnSpc>
                <a:spcPct val="90000"/>
              </a:lnSpc>
              <a:spcBef>
                <a:spcPts val="813"/>
              </a:spcBef>
              <a:buFont typeface="Arial" panose="020B0604020202020204" pitchFamily="34" charset="0"/>
              <a:buChar char="•"/>
              <a:defRPr sz="2275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1pPr>
            <a:lvl2pPr marL="55721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950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2pPr>
            <a:lvl3pPr marL="92868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625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3pPr>
            <a:lvl4pPr marL="130016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4pPr>
            <a:lvl5pPr marL="167163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+mn-cs"/>
              </a:defRPr>
            </a:lvl5pPr>
            <a:lvl6pPr marL="204311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1458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6063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57538" indent="-185738" algn="l" defTabSz="742950" rtl="0" eaLnBrk="1" latinLnBrk="1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8650" indent="-266700" defTabSz="914400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2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교육 스케치</a:t>
            </a:r>
            <a:endParaRPr lang="en-US" altLang="ko-KR" sz="2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628650" indent="-266700" defTabSz="914400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2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교육 참석자 명단</a:t>
            </a:r>
            <a:endParaRPr lang="en-US" altLang="ko-KR" sz="2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65000"/>
                  <a:lumOff val="35000"/>
                </a:prstClr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  <a:p>
            <a:pPr marL="628650" indent="-266700" defTabSz="914400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2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강사 프로필</a:t>
            </a:r>
          </a:p>
          <a:p>
            <a:pPr marL="628650" indent="-266700" defTabSz="914400">
              <a:lnSpc>
                <a:spcPct val="150000"/>
              </a:lnSpc>
              <a:spcBef>
                <a:spcPts val="200"/>
              </a:spcBef>
              <a:buFont typeface="기아 Medium" panose="020B0600000101010101" pitchFamily="50" charset="-127"/>
              <a:buChar char="‐"/>
              <a:defRPr/>
            </a:pPr>
            <a:r>
              <a:rPr lang="ko-KR" altLang="en-US" sz="2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65000"/>
                    <a:lumOff val="35000"/>
                  </a:prstClr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문항</a:t>
            </a:r>
          </a:p>
          <a:p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8332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17C6-51FF-F4CE-5173-1AE24380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D95272D6-B254-1C60-9AF3-98CE71B3BA9A}"/>
              </a:ext>
            </a:extLst>
          </p:cNvPr>
          <p:cNvSpPr txBox="1"/>
          <p:nvPr/>
        </p:nvSpPr>
        <p:spPr>
          <a:xfrm>
            <a:off x="865643" y="1361437"/>
            <a:ext cx="26352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강의 시작</a:t>
            </a:r>
            <a:endParaRPr lang="ko-KR" altLang="en-US" sz="1400" dirty="0">
              <a:solidFill>
                <a:srgbClr val="555555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AC3C386B-C10E-E971-DDE7-6657B3831E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" b="2177"/>
          <a:stretch/>
        </p:blipFill>
        <p:spPr>
          <a:xfrm>
            <a:off x="6320057" y="4066004"/>
            <a:ext cx="2600270" cy="186471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71CA22D-4390-2EFB-F416-EC1086F465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9" b="2079"/>
          <a:stretch/>
        </p:blipFill>
        <p:spPr>
          <a:xfrm>
            <a:off x="6320057" y="1782425"/>
            <a:ext cx="2594157" cy="186471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505F67C-7DE7-4258-B03B-DEBFFF7F358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44" b="2144"/>
          <a:stretch/>
        </p:blipFill>
        <p:spPr>
          <a:xfrm>
            <a:off x="3616744" y="4069598"/>
            <a:ext cx="2596881" cy="186471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27D031E-486E-C030-559A-AEE424489D5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9" b="2319"/>
          <a:stretch/>
        </p:blipFill>
        <p:spPr>
          <a:xfrm>
            <a:off x="3616746" y="1782426"/>
            <a:ext cx="2596681" cy="185774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9D3D74E-3218-6062-D994-AE3177D7A76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68" b="2368"/>
          <a:stretch/>
        </p:blipFill>
        <p:spPr>
          <a:xfrm>
            <a:off x="912189" y="4086836"/>
            <a:ext cx="2596682" cy="185509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218938B-3ED3-7884-7A1A-E8171C48DE7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9" b="2319"/>
          <a:stretch/>
        </p:blipFill>
        <p:spPr>
          <a:xfrm>
            <a:off x="912188" y="1782425"/>
            <a:ext cx="2596682" cy="185774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DD642C3-8291-286B-788B-32E968789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103" y="649288"/>
            <a:ext cx="8484592" cy="441699"/>
          </a:xfrm>
        </p:spPr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[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참고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]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교육 스케치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(1/3)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D4EC5A01-304C-E9F6-011D-96761E181D19}"/>
              </a:ext>
            </a:extLst>
          </p:cNvPr>
          <p:cNvCxnSpPr>
            <a:cxnSpLocks/>
          </p:cNvCxnSpPr>
          <p:nvPr/>
        </p:nvCxnSpPr>
        <p:spPr>
          <a:xfrm>
            <a:off x="912188" y="1649374"/>
            <a:ext cx="259668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A7C4AE7C-1999-DC30-F717-6945DE05CDF4}"/>
              </a:ext>
            </a:extLst>
          </p:cNvPr>
          <p:cNvGrpSpPr/>
          <p:nvPr/>
        </p:nvGrpSpPr>
        <p:grpSpPr>
          <a:xfrm>
            <a:off x="3621825" y="1363977"/>
            <a:ext cx="5297470" cy="307777"/>
            <a:chOff x="1055689" y="2052140"/>
            <a:chExt cx="4814169" cy="307777"/>
          </a:xfrm>
        </p:grpSpPr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0BED8DB0-5DD7-C6FB-F45D-364F2C0231E7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84" y="2340077"/>
              <a:ext cx="4807974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7926DF3-9599-160E-5691-1E9558FAE8A8}"/>
                </a:ext>
              </a:extLst>
            </p:cNvPr>
            <p:cNvSpPr txBox="1"/>
            <p:nvPr/>
          </p:nvSpPr>
          <p:spPr>
            <a:xfrm>
              <a:off x="1055689" y="2052140"/>
              <a:ext cx="479958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그룹별 활동 </a:t>
              </a:r>
              <a:r>
                <a:rPr lang="en-US" altLang="ko-KR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&amp; </a:t>
              </a:r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토의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6879B15-4D29-1B29-6BB8-F46BEF3BF964}"/>
              </a:ext>
            </a:extLst>
          </p:cNvPr>
          <p:cNvSpPr txBox="1"/>
          <p:nvPr/>
        </p:nvSpPr>
        <p:spPr>
          <a:xfrm>
            <a:off x="912188" y="5958495"/>
            <a:ext cx="25171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spcBef>
                <a:spcPct val="50000"/>
              </a:spcBef>
              <a:spcAft>
                <a:spcPct val="0"/>
              </a:spcAft>
            </a:pP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kumimoji="1" lang="ko-KR" altLang="en-US" sz="1050" kern="0" spc="-4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아이스브레이킹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②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_Top10 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브랜드 선정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kumimoji="1" lang="ko-KR" altLang="en-US" sz="1050" kern="0" spc="-4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844060-4304-73B7-1091-6F9FB1E9D930}"/>
              </a:ext>
            </a:extLst>
          </p:cNvPr>
          <p:cNvSpPr txBox="1"/>
          <p:nvPr/>
        </p:nvSpPr>
        <p:spPr>
          <a:xfrm>
            <a:off x="918121" y="3667872"/>
            <a:ext cx="25171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spcBef>
                <a:spcPct val="50000"/>
              </a:spcBef>
              <a:spcAft>
                <a:spcPct val="0"/>
              </a:spcAft>
            </a:pP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kumimoji="1" lang="ko-KR" altLang="en-US" sz="1050" kern="0" spc="-40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아이스브레이킹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①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_Top10 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브랜드 선정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kumimoji="1" lang="ko-KR" altLang="en-US" sz="1050" kern="0" spc="-4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CC9F57-DECE-873E-3249-DDD93A05AF81}"/>
              </a:ext>
            </a:extLst>
          </p:cNvPr>
          <p:cNvSpPr txBox="1"/>
          <p:nvPr/>
        </p:nvSpPr>
        <p:spPr>
          <a:xfrm>
            <a:off x="6305940" y="3661526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[M3.Visualization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①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실습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E2A328-27C5-5F09-EA89-9C6BEEBBA5D5}"/>
              </a:ext>
            </a:extLst>
          </p:cNvPr>
          <p:cNvSpPr txBox="1"/>
          <p:nvPr/>
        </p:nvSpPr>
        <p:spPr>
          <a:xfrm>
            <a:off x="6302056" y="5952149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[M3.Visualization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②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실습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EE135E-E163-7807-A7A4-21814B3CEF4F}"/>
              </a:ext>
            </a:extLst>
          </p:cNvPr>
          <p:cNvSpPr txBox="1"/>
          <p:nvPr/>
        </p:nvSpPr>
        <p:spPr>
          <a:xfrm>
            <a:off x="3585944" y="3671144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[M2. </a:t>
            </a:r>
            <a:r>
              <a:rPr lang="en-US" altLang="ko-KR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Consititution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①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캔버스 작성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24331-3B24-C853-38E0-4E3A8E21943A}"/>
              </a:ext>
            </a:extLst>
          </p:cNvPr>
          <p:cNvSpPr txBox="1"/>
          <p:nvPr/>
        </p:nvSpPr>
        <p:spPr>
          <a:xfrm>
            <a:off x="3585944" y="5952148"/>
            <a:ext cx="26094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[M2. </a:t>
            </a:r>
            <a:r>
              <a:rPr lang="en-US" altLang="ko-KR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Consititution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②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캔버스 작성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9204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82794-C3FB-729E-28BE-7EFAB716E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>
            <a:extLst>
              <a:ext uri="{FF2B5EF4-FFF2-40B4-BE49-F238E27FC236}">
                <a16:creationId xmlns:a16="http://schemas.microsoft.com/office/drawing/2014/main" id="{81D1275A-5DE8-F7CA-9EFA-5C86A90376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" b="2177"/>
          <a:stretch/>
        </p:blipFill>
        <p:spPr>
          <a:xfrm>
            <a:off x="6320057" y="4066004"/>
            <a:ext cx="2600270" cy="186471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683C375-15BF-9DA3-C473-397669F2CC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9" b="2079"/>
          <a:stretch/>
        </p:blipFill>
        <p:spPr>
          <a:xfrm>
            <a:off x="6320057" y="1782425"/>
            <a:ext cx="2594157" cy="186471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05D7D94-7C07-0A95-9807-9F21A4FEB68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44" b="2144"/>
          <a:stretch/>
        </p:blipFill>
        <p:spPr>
          <a:xfrm>
            <a:off x="3616744" y="4069598"/>
            <a:ext cx="2596881" cy="186471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2954E2A-AEF2-918E-6055-BFBCADD63CC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9" b="2319"/>
          <a:stretch/>
        </p:blipFill>
        <p:spPr>
          <a:xfrm>
            <a:off x="3616746" y="1782426"/>
            <a:ext cx="2596681" cy="185774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3634886-9CBD-3CDD-358D-FB4951596AB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68" b="2368"/>
          <a:stretch/>
        </p:blipFill>
        <p:spPr>
          <a:xfrm>
            <a:off x="912189" y="4086836"/>
            <a:ext cx="2596682" cy="185509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03DD6A9-48A1-AD70-409F-DF9901338457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9" b="2319"/>
          <a:stretch/>
        </p:blipFill>
        <p:spPr>
          <a:xfrm>
            <a:off x="912188" y="1782425"/>
            <a:ext cx="2596682" cy="185774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DB2BA5D-1765-29BC-6C10-89E96E8F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103" y="649288"/>
            <a:ext cx="8484592" cy="441699"/>
          </a:xfrm>
        </p:spPr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[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참고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]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교육 스케치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(2/3)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E42E107-5D20-C530-8B2F-C1B3CEA1A0F9}"/>
              </a:ext>
            </a:extLst>
          </p:cNvPr>
          <p:cNvGrpSpPr/>
          <p:nvPr/>
        </p:nvGrpSpPr>
        <p:grpSpPr>
          <a:xfrm>
            <a:off x="863103" y="1360167"/>
            <a:ext cx="8056193" cy="307777"/>
            <a:chOff x="863103" y="1360167"/>
            <a:chExt cx="8056193" cy="30777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3FEFA89-C42D-963A-3C70-F7E5854164BB}"/>
                </a:ext>
              </a:extLst>
            </p:cNvPr>
            <p:cNvSpPr txBox="1"/>
            <p:nvPr/>
          </p:nvSpPr>
          <p:spPr>
            <a:xfrm>
              <a:off x="863103" y="1360167"/>
              <a:ext cx="80317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그룹별 활동 </a:t>
              </a:r>
              <a:r>
                <a:rPr lang="en-US" altLang="ko-KR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&amp; </a:t>
              </a:r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토의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7BBFB6E3-8EB6-4D7B-780B-AC11B26107FC}"/>
                </a:ext>
              </a:extLst>
            </p:cNvPr>
            <p:cNvCxnSpPr>
              <a:cxnSpLocks/>
            </p:cNvCxnSpPr>
            <p:nvPr/>
          </p:nvCxnSpPr>
          <p:spPr>
            <a:xfrm>
              <a:off x="912188" y="1650009"/>
              <a:ext cx="8007108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4AA136C-7A09-8739-7814-A728B2E047DA}"/>
              </a:ext>
            </a:extLst>
          </p:cNvPr>
          <p:cNvSpPr txBox="1"/>
          <p:nvPr/>
        </p:nvSpPr>
        <p:spPr>
          <a:xfrm>
            <a:off x="912188" y="5958495"/>
            <a:ext cx="25171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spcBef>
                <a:spcPct val="50000"/>
              </a:spcBef>
              <a:spcAft>
                <a:spcPct val="0"/>
              </a:spcAft>
            </a:pP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[M4.Performance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1050" dirty="0">
                <a:latin typeface="나눔고딕" panose="020D0604000000000000" pitchFamily="50" charset="-127"/>
                <a:ea typeface="나눔고딕" panose="020D0604000000000000" pitchFamily="50" charset="-127"/>
              </a:rPr>
              <a:t>②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_AI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활용 기획서 작성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kumimoji="1" lang="ko-KR" altLang="en-US" sz="1050" kern="0" spc="-4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933795-6798-FBAA-6BD8-BB087208349E}"/>
              </a:ext>
            </a:extLst>
          </p:cNvPr>
          <p:cNvSpPr txBox="1"/>
          <p:nvPr/>
        </p:nvSpPr>
        <p:spPr>
          <a:xfrm>
            <a:off x="918121" y="3667872"/>
            <a:ext cx="25171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spcBef>
                <a:spcPct val="50000"/>
              </a:spcBef>
              <a:spcAft>
                <a:spcPct val="0"/>
              </a:spcAft>
            </a:pP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[M4.Performance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①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_AI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활용 기획서 작성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kumimoji="1" lang="ko-KR" altLang="en-US" sz="1050" kern="0" spc="-4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710E3D-CC40-D53E-F66B-3B403184DEF4}"/>
              </a:ext>
            </a:extLst>
          </p:cNvPr>
          <p:cNvSpPr txBox="1"/>
          <p:nvPr/>
        </p:nvSpPr>
        <p:spPr>
          <a:xfrm>
            <a:off x="6305940" y="3661526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[M5.Reporting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①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피어 피드백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1FD660-51B5-0ABC-EC35-764A42CD5344}"/>
              </a:ext>
            </a:extLst>
          </p:cNvPr>
          <p:cNvSpPr txBox="1"/>
          <p:nvPr/>
        </p:nvSpPr>
        <p:spPr>
          <a:xfrm>
            <a:off x="6302056" y="5952149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[M5.Reporting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②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피어 피드백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9C3BCFF-B431-3713-F9FA-3451C6CCE2A4}"/>
              </a:ext>
            </a:extLst>
          </p:cNvPr>
          <p:cNvSpPr txBox="1"/>
          <p:nvPr/>
        </p:nvSpPr>
        <p:spPr>
          <a:xfrm>
            <a:off x="3585944" y="3671144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[M5.Reporting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①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발표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F5033C-E20F-55BB-A77E-56B45D998A62}"/>
              </a:ext>
            </a:extLst>
          </p:cNvPr>
          <p:cNvSpPr txBox="1"/>
          <p:nvPr/>
        </p:nvSpPr>
        <p:spPr>
          <a:xfrm>
            <a:off x="3585944" y="5952148"/>
            <a:ext cx="26094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[M5.Reporting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②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_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발표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6854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F4699-A486-98BB-BF5E-9738057F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>
            <a:extLst>
              <a:ext uri="{FF2B5EF4-FFF2-40B4-BE49-F238E27FC236}">
                <a16:creationId xmlns:a16="http://schemas.microsoft.com/office/drawing/2014/main" id="{B6B291E7-0391-7963-07FC-0A270B9AB1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" b="2177"/>
          <a:stretch/>
        </p:blipFill>
        <p:spPr>
          <a:xfrm rot="5400000">
            <a:off x="6687837" y="3698224"/>
            <a:ext cx="1864710" cy="260027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C34DCC18-8C3D-6C00-F7BA-CA0C3E37BC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9" b="2079"/>
          <a:stretch/>
        </p:blipFill>
        <p:spPr>
          <a:xfrm>
            <a:off x="6320057" y="1782425"/>
            <a:ext cx="2594157" cy="186471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BD95FF4-0C30-BCC9-02FE-43E0238C41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44" b="2144"/>
          <a:stretch/>
        </p:blipFill>
        <p:spPr>
          <a:xfrm rot="5400000">
            <a:off x="3982829" y="3703513"/>
            <a:ext cx="1864710" cy="259688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BC906C7C-4B6D-0223-3D93-48E280F55C9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9" b="2319"/>
          <a:stretch/>
        </p:blipFill>
        <p:spPr>
          <a:xfrm>
            <a:off x="3616746" y="1782426"/>
            <a:ext cx="2596681" cy="185774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2900C9B-8F16-D229-7B65-847B31F5C3C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68" b="2368"/>
          <a:stretch/>
        </p:blipFill>
        <p:spPr>
          <a:xfrm rot="5400000">
            <a:off x="1282983" y="3716042"/>
            <a:ext cx="1855093" cy="25966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093292-DE65-E470-1BD4-A36CF538E3C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9" b="2319"/>
          <a:stretch/>
        </p:blipFill>
        <p:spPr>
          <a:xfrm>
            <a:off x="912188" y="1782425"/>
            <a:ext cx="2596682" cy="185774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E7F713C-A5C2-9C5D-5E07-A5F8DE413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103" y="649288"/>
            <a:ext cx="8484592" cy="441699"/>
          </a:xfrm>
        </p:spPr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[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참고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]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교육 스케치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(3/3)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E77BAC-13AD-CB46-2009-DD39925E4091}"/>
              </a:ext>
            </a:extLst>
          </p:cNvPr>
          <p:cNvSpPr txBox="1"/>
          <p:nvPr/>
        </p:nvSpPr>
        <p:spPr>
          <a:xfrm>
            <a:off x="912188" y="5958495"/>
            <a:ext cx="25171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spcBef>
                <a:spcPct val="50000"/>
              </a:spcBef>
              <a:spcAft>
                <a:spcPct val="0"/>
              </a:spcAft>
            </a:pP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도식화 실습 ①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kumimoji="1" lang="ko-KR" altLang="en-US" sz="1050" kern="0" spc="-4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ED38EE-3AD2-6D53-9F6E-7862AAB11F89}"/>
              </a:ext>
            </a:extLst>
          </p:cNvPr>
          <p:cNvSpPr txBox="1"/>
          <p:nvPr/>
        </p:nvSpPr>
        <p:spPr>
          <a:xfrm>
            <a:off x="918121" y="3667872"/>
            <a:ext cx="25171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spcBef>
                <a:spcPct val="50000"/>
              </a:spcBef>
              <a:spcAft>
                <a:spcPct val="0"/>
              </a:spcAft>
            </a:pP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kumimoji="1" lang="ko-KR" altLang="en-US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캔버스 ①</a:t>
            </a:r>
            <a:r>
              <a:rPr kumimoji="1" lang="en-US" altLang="ko-KR" sz="1050" kern="0" spc="-4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kumimoji="1" lang="ko-KR" altLang="en-US" sz="1050" kern="0" spc="-40" dirty="0">
              <a:ln>
                <a:solidFill>
                  <a:srgbClr val="4DB848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6FD68F-C1A8-5B6A-EE08-07D48E2CF1A1}"/>
              </a:ext>
            </a:extLst>
          </p:cNvPr>
          <p:cNvSpPr txBox="1"/>
          <p:nvPr/>
        </p:nvSpPr>
        <p:spPr>
          <a:xfrm>
            <a:off x="6305940" y="3661526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캔버스 ③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56D214-4BCD-FEEC-BA09-402A0299652F}"/>
              </a:ext>
            </a:extLst>
          </p:cNvPr>
          <p:cNvSpPr txBox="1"/>
          <p:nvPr/>
        </p:nvSpPr>
        <p:spPr>
          <a:xfrm>
            <a:off x="6302056" y="5952149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도식화 실습 ③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D40E7D-E3DE-3B97-8290-B80C5D977A1A}"/>
              </a:ext>
            </a:extLst>
          </p:cNvPr>
          <p:cNvSpPr txBox="1"/>
          <p:nvPr/>
        </p:nvSpPr>
        <p:spPr>
          <a:xfrm>
            <a:off x="3585944" y="3671144"/>
            <a:ext cx="25966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캔버스 ②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38AF7F-F0EE-20C4-16A6-C255AB5DAAC8}"/>
              </a:ext>
            </a:extLst>
          </p:cNvPr>
          <p:cNvSpPr txBox="1"/>
          <p:nvPr/>
        </p:nvSpPr>
        <p:spPr>
          <a:xfrm>
            <a:off x="3585944" y="5952148"/>
            <a:ext cx="26094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 latinLnBrk="0">
              <a:spcBef>
                <a:spcPct val="50000"/>
              </a:spcBef>
              <a:spcAft>
                <a:spcPct val="0"/>
              </a:spcAft>
              <a:defRPr kumimoji="1" sz="1050" kern="0" spc="-4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defRPr>
            </a:lvl1pPr>
          </a:lstStyle>
          <a:p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[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도식화 실습 ②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]</a:t>
            </a:r>
            <a:endParaRPr lang="ko-KR" altLang="en-US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44957C6-E81A-8BF6-FADD-E2089C32F5BF}"/>
              </a:ext>
            </a:extLst>
          </p:cNvPr>
          <p:cNvGrpSpPr/>
          <p:nvPr/>
        </p:nvGrpSpPr>
        <p:grpSpPr>
          <a:xfrm>
            <a:off x="863103" y="1360167"/>
            <a:ext cx="8056193" cy="307777"/>
            <a:chOff x="863103" y="1360167"/>
            <a:chExt cx="8056193" cy="30777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B588E5-0082-4BAA-8687-6C6B3C60314F}"/>
                </a:ext>
              </a:extLst>
            </p:cNvPr>
            <p:cNvSpPr txBox="1"/>
            <p:nvPr/>
          </p:nvSpPr>
          <p:spPr>
            <a:xfrm>
              <a:off x="863103" y="1360167"/>
              <a:ext cx="80317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rgbClr val="555555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산출물</a:t>
              </a:r>
              <a:endParaRPr lang="ko-KR" altLang="en-US" sz="1400" dirty="0">
                <a:solidFill>
                  <a:srgbClr val="555555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7207E5EA-45C3-CC0A-1D0D-121D98236A02}"/>
                </a:ext>
              </a:extLst>
            </p:cNvPr>
            <p:cNvCxnSpPr>
              <a:cxnSpLocks/>
            </p:cNvCxnSpPr>
            <p:nvPr/>
          </p:nvCxnSpPr>
          <p:spPr>
            <a:xfrm>
              <a:off x="912188" y="1650009"/>
              <a:ext cx="8007108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31363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A51B-D6A7-5BB8-A694-C88E9C676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제목 63">
            <a:extLst>
              <a:ext uri="{FF2B5EF4-FFF2-40B4-BE49-F238E27FC236}">
                <a16:creationId xmlns:a16="http://schemas.microsoft.com/office/drawing/2014/main" id="{C89A3B05-974E-113D-AAC1-A0FF5FD2D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103" y="649288"/>
            <a:ext cx="8484592" cy="441699"/>
          </a:xfrm>
        </p:spPr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[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참고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]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교육 참석자 명단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C51167B-AD58-B792-B55E-6829C75DFA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128948"/>
              </p:ext>
            </p:extLst>
          </p:nvPr>
        </p:nvGraphicFramePr>
        <p:xfrm>
          <a:off x="863103" y="1050270"/>
          <a:ext cx="8339513" cy="5005971"/>
        </p:xfrm>
        <a:graphic>
          <a:graphicData uri="http://schemas.openxmlformats.org/drawingml/2006/table">
            <a:tbl>
              <a:tblPr/>
              <a:tblGrid>
                <a:gridCol w="544655">
                  <a:extLst>
                    <a:ext uri="{9D8B030D-6E8A-4147-A177-3AD203B41FA5}">
                      <a16:colId xmlns:a16="http://schemas.microsoft.com/office/drawing/2014/main" val="802607743"/>
                    </a:ext>
                  </a:extLst>
                </a:gridCol>
                <a:gridCol w="848425">
                  <a:extLst>
                    <a:ext uri="{9D8B030D-6E8A-4147-A177-3AD203B41FA5}">
                      <a16:colId xmlns:a16="http://schemas.microsoft.com/office/drawing/2014/main" val="1503602733"/>
                    </a:ext>
                  </a:extLst>
                </a:gridCol>
                <a:gridCol w="1470991">
                  <a:extLst>
                    <a:ext uri="{9D8B030D-6E8A-4147-A177-3AD203B41FA5}">
                      <a16:colId xmlns:a16="http://schemas.microsoft.com/office/drawing/2014/main" val="2060430271"/>
                    </a:ext>
                  </a:extLst>
                </a:gridCol>
                <a:gridCol w="735496">
                  <a:extLst>
                    <a:ext uri="{9D8B030D-6E8A-4147-A177-3AD203B41FA5}">
                      <a16:colId xmlns:a16="http://schemas.microsoft.com/office/drawing/2014/main" val="1723177397"/>
                    </a:ext>
                  </a:extLst>
                </a:gridCol>
                <a:gridCol w="1113182">
                  <a:extLst>
                    <a:ext uri="{9D8B030D-6E8A-4147-A177-3AD203B41FA5}">
                      <a16:colId xmlns:a16="http://schemas.microsoft.com/office/drawing/2014/main" val="125615921"/>
                    </a:ext>
                  </a:extLst>
                </a:gridCol>
                <a:gridCol w="974035">
                  <a:extLst>
                    <a:ext uri="{9D8B030D-6E8A-4147-A177-3AD203B41FA5}">
                      <a16:colId xmlns:a16="http://schemas.microsoft.com/office/drawing/2014/main" val="466068484"/>
                    </a:ext>
                  </a:extLst>
                </a:gridCol>
                <a:gridCol w="2652729">
                  <a:extLst>
                    <a:ext uri="{9D8B030D-6E8A-4147-A177-3AD203B41FA5}">
                      <a16:colId xmlns:a16="http://schemas.microsoft.com/office/drawing/2014/main" val="2640560849"/>
                    </a:ext>
                  </a:extLst>
                </a:gridCol>
              </a:tblGrid>
              <a:tr h="339199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NO</a:t>
                      </a: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법인</a:t>
                      </a: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소속</a:t>
                      </a: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직급</a:t>
                      </a: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직위</a:t>
                      </a: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성명</a:t>
                      </a: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effectLst/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</a:rPr>
                        <a:t>출결</a:t>
                      </a: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457382"/>
                  </a:ext>
                </a:extLst>
              </a:tr>
              <a:tr h="36262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1052013"/>
                  </a:ext>
                </a:extLst>
              </a:tr>
              <a:tr h="36262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160003"/>
                  </a:ext>
                </a:extLst>
              </a:tr>
              <a:tr h="36262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120799"/>
                  </a:ext>
                </a:extLst>
              </a:tr>
              <a:tr h="36262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019144"/>
                  </a:ext>
                </a:extLst>
              </a:tr>
              <a:tr h="36262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750193"/>
                  </a:ext>
                </a:extLst>
              </a:tr>
              <a:tr h="36262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8478941"/>
                  </a:ext>
                </a:extLst>
              </a:tr>
              <a:tr h="36262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7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9099976"/>
                  </a:ext>
                </a:extLst>
              </a:tr>
              <a:tr h="3531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8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751141"/>
                  </a:ext>
                </a:extLst>
              </a:tr>
              <a:tr h="3531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642170"/>
                  </a:ext>
                </a:extLst>
              </a:tr>
              <a:tr h="3531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786005"/>
                  </a:ext>
                </a:extLst>
              </a:tr>
              <a:tr h="3531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11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6050803"/>
                  </a:ext>
                </a:extLst>
              </a:tr>
              <a:tr h="35315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12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fontAlgn="b" latinLnBrk="1" hangingPunct="1">
                        <a:buNone/>
                      </a:pPr>
                      <a:endParaRPr lang="ko-KR" altLang="en-US" sz="11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2860" marR="22860" marT="15240" marB="1524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28575" marR="28575" marT="19050" marB="1905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5446027"/>
                  </a:ext>
                </a:extLst>
              </a:tr>
              <a:tr h="362624">
                <a:tc gridSpan="7">
                  <a:txBody>
                    <a:bodyPr/>
                    <a:lstStyle/>
                    <a:p>
                      <a:pPr algn="ctr" rtl="0" fontAlgn="b"/>
                      <a:r>
                        <a:rPr lang="ko-KR" altLang="en-US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 인원 </a:t>
                      </a:r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00</a:t>
                      </a:r>
                      <a:r>
                        <a:rPr lang="ko-KR" altLang="en-US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 中 </a:t>
                      </a:r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00</a:t>
                      </a:r>
                      <a:r>
                        <a:rPr lang="ko-KR" altLang="en-US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명 참석</a:t>
                      </a:r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참석률 </a:t>
                      </a:r>
                      <a:r>
                        <a:rPr lang="en-US" altLang="ko-KR" sz="11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00%)</a:t>
                      </a: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b"/>
                      <a:endParaRPr lang="en-US" altLang="ko-KR" sz="11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b"/>
                      <a:endParaRPr lang="en-US" altLang="ko-KR" sz="11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b"/>
                      <a:endParaRPr lang="en-US" altLang="ko-KR" sz="11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b"/>
                      <a:endParaRPr lang="en-US" altLang="ko-KR" sz="11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b"/>
                      <a:endParaRPr lang="en-US" altLang="ko-KR" sz="11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b"/>
                      <a:endParaRPr lang="en-US" altLang="ko-KR" sz="11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9512" marR="19512" marT="13008" marB="13008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159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1220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10">
            <a:extLst>
              <a:ext uri="{FF2B5EF4-FFF2-40B4-BE49-F238E27FC236}">
                <a16:creationId xmlns:a16="http://schemas.microsoft.com/office/drawing/2014/main" id="{E30F331A-37CC-1730-2AFB-11C8BE261E33}"/>
              </a:ext>
            </a:extLst>
          </p:cNvPr>
          <p:cNvSpPr/>
          <p:nvPr/>
        </p:nvSpPr>
        <p:spPr>
          <a:xfrm>
            <a:off x="2342720" y="1260070"/>
            <a:ext cx="1915309" cy="28727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6462" tIns="0" rIns="0" bIns="0" rtlCol="0" anchor="ctr"/>
          <a:lstStyle/>
          <a:p>
            <a:pPr>
              <a:lnSpc>
                <a:spcPct val="114000"/>
              </a:lnSpc>
              <a:spcBef>
                <a:spcPts val="369"/>
              </a:spcBef>
            </a:pPr>
            <a:endParaRPr lang="ko-KR" altLang="en-US" sz="1015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grpSp>
        <p:nvGrpSpPr>
          <p:cNvPr id="5" name="그룹 11">
            <a:extLst>
              <a:ext uri="{FF2B5EF4-FFF2-40B4-BE49-F238E27FC236}">
                <a16:creationId xmlns:a16="http://schemas.microsoft.com/office/drawing/2014/main" id="{E9EADAC3-DCCA-630E-B5D8-F0AB3A1571BD}"/>
              </a:ext>
            </a:extLst>
          </p:cNvPr>
          <p:cNvGrpSpPr/>
          <p:nvPr/>
        </p:nvGrpSpPr>
        <p:grpSpPr>
          <a:xfrm flipV="1">
            <a:off x="4111201" y="1260070"/>
            <a:ext cx="341603" cy="287274"/>
            <a:chOff x="3698981" y="1609619"/>
            <a:chExt cx="449149" cy="377716"/>
          </a:xfrm>
          <a:solidFill>
            <a:srgbClr val="555555"/>
          </a:solidFill>
        </p:grpSpPr>
        <p:sp>
          <p:nvSpPr>
            <p:cNvPr id="6" name="타원 12">
              <a:extLst>
                <a:ext uri="{FF2B5EF4-FFF2-40B4-BE49-F238E27FC236}">
                  <a16:creationId xmlns:a16="http://schemas.microsoft.com/office/drawing/2014/main" id="{685E3E77-DF81-EA2F-298B-1AF50058C857}"/>
                </a:ext>
              </a:extLst>
            </p:cNvPr>
            <p:cNvSpPr/>
            <p:nvPr/>
          </p:nvSpPr>
          <p:spPr>
            <a:xfrm>
              <a:off x="3698981" y="1609619"/>
              <a:ext cx="377715" cy="37771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6462" tIns="0" rIns="0" bIns="0" rtlCol="0" anchor="ctr"/>
            <a:lstStyle/>
            <a:p>
              <a:pPr>
                <a:lnSpc>
                  <a:spcPct val="114000"/>
                </a:lnSpc>
                <a:spcBef>
                  <a:spcPts val="369"/>
                </a:spcBef>
              </a:pPr>
              <a:endParaRPr lang="ko-KR" altLang="en-US" sz="1015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endParaRPr>
            </a:p>
          </p:txBody>
        </p:sp>
        <p:sp>
          <p:nvSpPr>
            <p:cNvPr id="7" name="자유형 13">
              <a:extLst>
                <a:ext uri="{FF2B5EF4-FFF2-40B4-BE49-F238E27FC236}">
                  <a16:creationId xmlns:a16="http://schemas.microsoft.com/office/drawing/2014/main" id="{62B402EF-3420-3069-B25B-EE5BF7DEB554}"/>
                </a:ext>
              </a:extLst>
            </p:cNvPr>
            <p:cNvSpPr/>
            <p:nvPr/>
          </p:nvSpPr>
          <p:spPr>
            <a:xfrm>
              <a:off x="4058130" y="1781252"/>
              <a:ext cx="90000" cy="88939"/>
            </a:xfrm>
            <a:custGeom>
              <a:avLst/>
              <a:gdLst>
                <a:gd name="connsiteX0" fmla="*/ 0 w 90000"/>
                <a:gd name="connsiteY0" fmla="*/ 0 h 88939"/>
                <a:gd name="connsiteX1" fmla="*/ 90000 w 90000"/>
                <a:gd name="connsiteY1" fmla="*/ 0 h 88939"/>
                <a:gd name="connsiteX2" fmla="*/ 7073 w 90000"/>
                <a:gd name="connsiteY2" fmla="*/ 54968 h 88939"/>
                <a:gd name="connsiteX3" fmla="*/ 214 w 90000"/>
                <a:gd name="connsiteY3" fmla="*/ 88939 h 88939"/>
                <a:gd name="connsiteX4" fmla="*/ 0 w 90000"/>
                <a:gd name="connsiteY4" fmla="*/ 88939 h 88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000" h="88939">
                  <a:moveTo>
                    <a:pt x="0" y="0"/>
                  </a:moveTo>
                  <a:lnTo>
                    <a:pt x="90000" y="0"/>
                  </a:lnTo>
                  <a:cubicBezTo>
                    <a:pt x="52721" y="0"/>
                    <a:pt x="20735" y="22665"/>
                    <a:pt x="7073" y="54968"/>
                  </a:cubicBezTo>
                  <a:lnTo>
                    <a:pt x="214" y="88939"/>
                  </a:lnTo>
                  <a:lnTo>
                    <a:pt x="0" y="8893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6462" tIns="0" rIns="0" bIns="0" rtlCol="0" anchor="ctr"/>
            <a:lstStyle/>
            <a:p>
              <a:pPr>
                <a:lnSpc>
                  <a:spcPct val="114000"/>
                </a:lnSpc>
                <a:spcBef>
                  <a:spcPts val="369"/>
                </a:spcBef>
              </a:pPr>
              <a:endParaRPr lang="ko-KR" altLang="en-US" sz="1015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endParaRPr>
            </a:p>
          </p:txBody>
        </p:sp>
      </p:grpSp>
      <p:sp>
        <p:nvSpPr>
          <p:cNvPr id="8" name="모서리가 둥근 직사각형 14">
            <a:extLst>
              <a:ext uri="{FF2B5EF4-FFF2-40B4-BE49-F238E27FC236}">
                <a16:creationId xmlns:a16="http://schemas.microsoft.com/office/drawing/2014/main" id="{99EFD05A-17EA-1AEB-6212-8A19FC64C4CB}"/>
              </a:ext>
            </a:extLst>
          </p:cNvPr>
          <p:cNvSpPr/>
          <p:nvPr/>
        </p:nvSpPr>
        <p:spPr>
          <a:xfrm>
            <a:off x="1463015" y="1414054"/>
            <a:ext cx="7277538" cy="165489"/>
          </a:xfrm>
          <a:prstGeom prst="roundRect">
            <a:avLst>
              <a:gd name="adj" fmla="val 50000"/>
            </a:avLst>
          </a:prstGeom>
          <a:solidFill>
            <a:srgbClr val="5555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6462" tIns="0" rIns="99692" bIns="0" rtlCol="0" anchor="ctr"/>
          <a:lstStyle/>
          <a:p>
            <a:pPr algn="r">
              <a:lnSpc>
                <a:spcPct val="114000"/>
              </a:lnSpc>
              <a:spcBef>
                <a:spcPts val="369"/>
              </a:spcBef>
            </a:pPr>
            <a:endParaRPr lang="ko-KR" altLang="en-US" sz="1015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04779D6-505C-C2C0-3319-74C49188C348}"/>
              </a:ext>
            </a:extLst>
          </p:cNvPr>
          <p:cNvSpPr/>
          <p:nvPr/>
        </p:nvSpPr>
        <p:spPr>
          <a:xfrm>
            <a:off x="2682546" y="1295789"/>
            <a:ext cx="1782231" cy="2434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4000"/>
              </a:lnSpc>
              <a:spcBef>
                <a:spcPts val="185"/>
              </a:spcBef>
            </a:pPr>
            <a:r>
              <a:rPr lang="ko-KR" altLang="en-US" sz="1477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박  혁  종  </a:t>
            </a:r>
            <a:r>
              <a:rPr lang="ko-KR" altLang="en-US" sz="110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강사</a:t>
            </a:r>
            <a:endParaRPr lang="ko-KR" altLang="en-US" sz="646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DCAFE42-41D1-7404-EA12-162F2E23EE32}"/>
              </a:ext>
            </a:extLst>
          </p:cNvPr>
          <p:cNvSpPr/>
          <p:nvPr/>
        </p:nvSpPr>
        <p:spPr>
          <a:xfrm>
            <a:off x="1246629" y="1252500"/>
            <a:ext cx="1202834" cy="149570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92" dirty="0"/>
          </a:p>
        </p:txBody>
      </p:sp>
      <p:sp>
        <p:nvSpPr>
          <p:cNvPr id="29" name="제목 63">
            <a:extLst>
              <a:ext uri="{FF2B5EF4-FFF2-40B4-BE49-F238E27FC236}">
                <a16:creationId xmlns:a16="http://schemas.microsoft.com/office/drawing/2014/main" id="{A3FDDD09-C927-52B2-B673-7BE7E909F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103" y="649288"/>
            <a:ext cx="8484592" cy="441699"/>
          </a:xfrm>
        </p:spPr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[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참고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]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강사 프로필</a:t>
            </a:r>
          </a:p>
        </p:txBody>
      </p:sp>
      <p:pic>
        <p:nvPicPr>
          <p:cNvPr id="2" name="bg object 25">
            <a:extLst>
              <a:ext uri="{FF2B5EF4-FFF2-40B4-BE49-F238E27FC236}">
                <a16:creationId xmlns:a16="http://schemas.microsoft.com/office/drawing/2014/main" id="{A3D44E93-AA53-74B9-50E5-D3055C000B7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93406" y="1255522"/>
            <a:ext cx="1471803" cy="1789429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5E6D913C-6168-AA41-9EF3-5CC65C21DA32}"/>
              </a:ext>
            </a:extLst>
          </p:cNvPr>
          <p:cNvGrpSpPr/>
          <p:nvPr/>
        </p:nvGrpSpPr>
        <p:grpSpPr>
          <a:xfrm>
            <a:off x="2694288" y="1784325"/>
            <a:ext cx="1564318" cy="423112"/>
            <a:chOff x="2470480" y="1647269"/>
            <a:chExt cx="1694678" cy="458372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DC9EA14-DA18-EE92-AB83-DA9B91F1E95C}"/>
                </a:ext>
              </a:extLst>
            </p:cNvPr>
            <p:cNvSpPr/>
            <p:nvPr/>
          </p:nvSpPr>
          <p:spPr>
            <a:xfrm>
              <a:off x="2493339" y="1857239"/>
              <a:ext cx="1671819" cy="248402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0" rtlCol="0" anchor="t">
              <a:spAutoFit/>
            </a:bodyPr>
            <a:lstStyle/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rPr>
                <a:t>연세대 교육대학원 인적자원개발 전공</a:t>
              </a:r>
            </a:p>
          </p:txBody>
        </p:sp>
        <p:sp>
          <p:nvSpPr>
            <p:cNvPr id="27" name="Rectangle 75">
              <a:extLst>
                <a:ext uri="{FF2B5EF4-FFF2-40B4-BE49-F238E27FC236}">
                  <a16:creationId xmlns:a16="http://schemas.microsoft.com/office/drawing/2014/main" id="{B2BBFED2-FC33-E535-045C-8E53CAC3C3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0480" y="1647269"/>
              <a:ext cx="701924" cy="183497"/>
            </a:xfrm>
            <a:prstGeom prst="roundRect">
              <a:avLst>
                <a:gd name="adj" fmla="val 50000"/>
              </a:avLst>
            </a:prstGeom>
            <a:solidFill>
              <a:srgbClr val="EBEBEB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83077" tIns="66462" bIns="66462" rtlCol="0" anchor="ctr">
              <a:noAutofit/>
            </a:bodyPr>
            <a:lstStyle/>
            <a:p>
              <a:pPr algn="ctr"/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Bold" panose="020B0800000000000000" pitchFamily="34" charset="-127"/>
                  <a:ea typeface="Noto Sans CJK KR Bold" panose="020B0800000000000000" pitchFamily="34" charset="-127"/>
                </a:rPr>
                <a:t>학력</a:t>
              </a:r>
              <a:endPara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B4865D-AD59-0F01-56D6-A73576E8F351}"/>
              </a:ext>
            </a:extLst>
          </p:cNvPr>
          <p:cNvGrpSpPr/>
          <p:nvPr/>
        </p:nvGrpSpPr>
        <p:grpSpPr>
          <a:xfrm>
            <a:off x="2694289" y="2355682"/>
            <a:ext cx="2022832" cy="1019102"/>
            <a:chOff x="2470480" y="2881092"/>
            <a:chExt cx="2191401" cy="1104027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EA9C32ED-F93B-A19F-F3FF-8B413B1B1092}"/>
                </a:ext>
              </a:extLst>
            </p:cNvPr>
            <p:cNvSpPr/>
            <p:nvPr/>
          </p:nvSpPr>
          <p:spPr>
            <a:xfrm>
              <a:off x="2493338" y="3096334"/>
              <a:ext cx="2168543" cy="88878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0" rtlCol="0" anchor="t">
              <a:spAutoFit/>
            </a:bodyPr>
            <a:lstStyle/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Bandwagon  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대표</a:t>
              </a:r>
            </a:p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현대자동차그룹 리더십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/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기본교육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/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채용 총괄 파트장</a:t>
              </a:r>
            </a:p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CJ 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인재원 기본교육팀장 </a:t>
              </a:r>
            </a:p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 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POSCO 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글로벌리더십센터 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HRD Specialist</a:t>
              </a:r>
            </a:p>
          </p:txBody>
        </p:sp>
        <p:sp>
          <p:nvSpPr>
            <p:cNvPr id="31" name="Rectangle 75">
              <a:extLst>
                <a:ext uri="{FF2B5EF4-FFF2-40B4-BE49-F238E27FC236}">
                  <a16:creationId xmlns:a16="http://schemas.microsoft.com/office/drawing/2014/main" id="{4B9E7370-8497-508D-0455-33D7335FBE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0480" y="2881092"/>
              <a:ext cx="701924" cy="179625"/>
            </a:xfrm>
            <a:prstGeom prst="roundRect">
              <a:avLst>
                <a:gd name="adj" fmla="val 50000"/>
              </a:avLst>
            </a:prstGeom>
            <a:solidFill>
              <a:srgbClr val="EBEBEB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83077" tIns="66462" bIns="66462" rtlCol="0" anchor="ctr">
              <a:noAutofit/>
            </a:bodyPr>
            <a:lstStyle/>
            <a:p>
              <a:pPr algn="ctr"/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Bold" panose="020B0800000000000000" pitchFamily="34" charset="-127"/>
                  <a:ea typeface="Noto Sans CJK KR Bold" panose="020B0800000000000000" pitchFamily="34" charset="-127"/>
                </a:rPr>
                <a:t>경력</a:t>
              </a:r>
              <a:endPara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endParaRPr>
            </a:p>
          </p:txBody>
        </p:sp>
      </p:grpSp>
      <p:sp>
        <p:nvSpPr>
          <p:cNvPr id="32" name="Rectangle 75">
            <a:extLst>
              <a:ext uri="{FF2B5EF4-FFF2-40B4-BE49-F238E27FC236}">
                <a16:creationId xmlns:a16="http://schemas.microsoft.com/office/drawing/2014/main" id="{542456CF-C5E7-92C6-B79A-E90B4A9A8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5584" y="1784354"/>
            <a:ext cx="3587811" cy="169382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3077" tIns="66462" bIns="66462" rtlCol="0" anchor="ctr">
            <a:noAutofit/>
          </a:bodyPr>
          <a:lstStyle/>
          <a:p>
            <a:pPr algn="ctr"/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출강업체 및 강의 경력</a:t>
            </a:r>
          </a:p>
        </p:txBody>
      </p:sp>
      <p:sp>
        <p:nvSpPr>
          <p:cNvPr id="34" name="직사각형 27">
            <a:extLst>
              <a:ext uri="{FF2B5EF4-FFF2-40B4-BE49-F238E27FC236}">
                <a16:creationId xmlns:a16="http://schemas.microsoft.com/office/drawing/2014/main" id="{0E3B9645-A2C5-DAFA-EF08-D9F9792C71A1}"/>
              </a:ext>
            </a:extLst>
          </p:cNvPr>
          <p:cNvSpPr/>
          <p:nvPr/>
        </p:nvSpPr>
        <p:spPr>
          <a:xfrm>
            <a:off x="5194609" y="2028961"/>
            <a:ext cx="3395729" cy="928524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t">
            <a:spAutoFit/>
          </a:bodyPr>
          <a:lstStyle/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GS Shop, CJ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오쇼핑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현대백화점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신세계백화점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신세계인터네셔널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롯데면세점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위메프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NHN, KT, LG U+, CJ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헬로비전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CJ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올리브네트웍스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SK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브로드밴드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GS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글로벌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한국스마트카드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다산네트웍스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코오롱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베니트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포스코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ICT,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유비쿼스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조이시티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다음카카오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한글과 컴퓨터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현대오토에버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에스원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하나투어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메가스터디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비상교육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크레듀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휴넷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한미글로벌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b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</a:b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한일네트웍스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OCI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상사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유니드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글로비스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초록우산 어린이재단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앰앤서비스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(SK), </a:t>
            </a:r>
            <a:b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</a:b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LG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서브원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LG</a:t>
            </a:r>
            <a:r>
              <a:rPr lang="ko-KR" altLang="en-US" sz="831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아워홈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한국리서치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로엔 엔터테인먼트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메조미디어 외 다수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6F73A6D-4A31-C4B4-7626-EC9B4DEEAE51}"/>
              </a:ext>
            </a:extLst>
          </p:cNvPr>
          <p:cNvGrpSpPr/>
          <p:nvPr/>
        </p:nvGrpSpPr>
        <p:grpSpPr>
          <a:xfrm>
            <a:off x="2687894" y="4619198"/>
            <a:ext cx="2226438" cy="1546042"/>
            <a:chOff x="2470480" y="4498688"/>
            <a:chExt cx="2411974" cy="1674879"/>
          </a:xfrm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DC3AA5C4-23E1-2E11-E450-D675CA228826}"/>
                </a:ext>
              </a:extLst>
            </p:cNvPr>
            <p:cNvSpPr/>
            <p:nvPr/>
          </p:nvSpPr>
          <p:spPr>
            <a:xfrm>
              <a:off x="2493339" y="4713930"/>
              <a:ext cx="2389115" cy="1459637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0" rtlCol="0" anchor="t">
              <a:spAutoFit/>
            </a:bodyPr>
            <a:lstStyle/>
            <a:p>
              <a:pPr latinLnBrk="0">
                <a:lnSpc>
                  <a:spcPct val="114000"/>
                </a:lnSpc>
              </a:pP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(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美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) DDI’s Certificated Facilitator </a:t>
              </a:r>
              <a:b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</a:b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(IMX, Targeted Selection Public Trainer) </a:t>
              </a:r>
            </a:p>
            <a:p>
              <a:pPr latinLnBrk="0">
                <a:lnSpc>
                  <a:spcPct val="114000"/>
                </a:lnSpc>
              </a:pP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(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美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) Korn/Ferry International‘s Leadership Architect Certificated (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대한민국 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1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호 자격취득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) </a:t>
              </a:r>
            </a:p>
            <a:p>
              <a:pPr latinLnBrk="0"/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(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美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) Korn/Ferry international’s Interview Architect Certificated (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대한민국 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1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호 자격취득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)</a:t>
              </a:r>
            </a:p>
            <a:p>
              <a:pPr latinLnBrk="0">
                <a:lnSpc>
                  <a:spcPct val="114000"/>
                </a:lnSpc>
              </a:pP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Situational Self Leadership 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강사자격 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(Ken Blanchard Company)</a:t>
              </a:r>
            </a:p>
            <a:p>
              <a:pPr latinLnBrk="0">
                <a:lnSpc>
                  <a:spcPct val="114000"/>
                </a:lnSpc>
              </a:pP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Stakeholder Centered Coaching (by Marshall Goldsmith) 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인증코치 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(Global 500 Members) </a:t>
              </a:r>
            </a:p>
            <a:p>
              <a:pPr latinLnBrk="0">
                <a:lnSpc>
                  <a:spcPct val="114000"/>
                </a:lnSpc>
              </a:pP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2014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년 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ASTD 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리더십 </a:t>
              </a:r>
              <a:r>
                <a:rPr lang="en-US" altLang="ko-KR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Session Speaker </a:t>
              </a:r>
              <a:r>
                <a:rPr lang="ko-KR" altLang="en-US" sz="738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선정 </a:t>
              </a:r>
            </a:p>
          </p:txBody>
        </p:sp>
        <p:sp>
          <p:nvSpPr>
            <p:cNvPr id="37" name="Rectangle 75">
              <a:extLst>
                <a:ext uri="{FF2B5EF4-FFF2-40B4-BE49-F238E27FC236}">
                  <a16:creationId xmlns:a16="http://schemas.microsoft.com/office/drawing/2014/main" id="{FBEC50DF-3304-24F3-D03D-E4A35CBA1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0480" y="4498688"/>
              <a:ext cx="701924" cy="179625"/>
            </a:xfrm>
            <a:prstGeom prst="roundRect">
              <a:avLst>
                <a:gd name="adj" fmla="val 50000"/>
              </a:avLst>
            </a:prstGeom>
            <a:solidFill>
              <a:srgbClr val="EBEBEB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3231" tIns="66462" rIns="33231" bIns="66462" rtlCol="0" anchor="ctr">
              <a:noAutofit/>
            </a:bodyPr>
            <a:lstStyle/>
            <a:p>
              <a:pPr algn="ctr"/>
              <a:r>
                <a:rPr lang="en-US" altLang="ko-KR" sz="831" spc="-8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Bold" panose="020B0800000000000000" pitchFamily="34" charset="-127"/>
                  <a:ea typeface="Noto Sans CJK KR Bold" panose="020B0800000000000000" pitchFamily="34" charset="-127"/>
                </a:rPr>
                <a:t>Certification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0092311-83FD-3B77-9C56-0E2331D250D6}"/>
              </a:ext>
            </a:extLst>
          </p:cNvPr>
          <p:cNvGrpSpPr/>
          <p:nvPr/>
        </p:nvGrpSpPr>
        <p:grpSpPr>
          <a:xfrm>
            <a:off x="2694289" y="3511116"/>
            <a:ext cx="2093828" cy="967806"/>
            <a:chOff x="2470480" y="4498688"/>
            <a:chExt cx="2268314" cy="1048456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C396939-69C5-E97B-A6C6-4AC5B6F8C39E}"/>
                </a:ext>
              </a:extLst>
            </p:cNvPr>
            <p:cNvSpPr/>
            <p:nvPr/>
          </p:nvSpPr>
          <p:spPr>
            <a:xfrm>
              <a:off x="2493339" y="4713930"/>
              <a:ext cx="2245455" cy="833214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0" rtlCol="0" anchor="t">
              <a:spAutoFit/>
            </a:bodyPr>
            <a:lstStyle/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기업핵심가치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/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이념체계 수립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, 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교육과정개발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, 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강의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/Facilitating </a:t>
              </a:r>
            </a:p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역량모델링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, 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교육체계수립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, HRD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부문 컨설팅</a:t>
              </a:r>
              <a:r>
                <a:rPr lang="en-US" altLang="ko-KR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, </a:t>
              </a: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강사양성</a:t>
              </a:r>
            </a:p>
            <a:p>
              <a:pPr>
                <a:lnSpc>
                  <a:spcPct val="114000"/>
                </a:lnSpc>
                <a:spcBef>
                  <a:spcPts val="369"/>
                </a:spcBef>
              </a:pPr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  <a:sym typeface="YDIBoramB" charset="0"/>
                </a:rPr>
                <a:t>채용프로세스 및 면접도구 설계</a:t>
              </a:r>
            </a:p>
          </p:txBody>
        </p:sp>
        <p:sp>
          <p:nvSpPr>
            <p:cNvPr id="40" name="Rectangle 75">
              <a:extLst>
                <a:ext uri="{FF2B5EF4-FFF2-40B4-BE49-F238E27FC236}">
                  <a16:creationId xmlns:a16="http://schemas.microsoft.com/office/drawing/2014/main" id="{FE76D273-75F9-7C5A-871C-89FF5120B6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0480" y="4498688"/>
              <a:ext cx="701924" cy="179625"/>
            </a:xfrm>
            <a:prstGeom prst="roundRect">
              <a:avLst>
                <a:gd name="adj" fmla="val 50000"/>
              </a:avLst>
            </a:prstGeom>
            <a:solidFill>
              <a:srgbClr val="EBEBEB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83077" tIns="66462" bIns="66462" rtlCol="0" anchor="ctr">
              <a:noAutofit/>
            </a:bodyPr>
            <a:lstStyle/>
            <a:p>
              <a:pPr algn="ctr"/>
              <a:r>
                <a:rPr lang="ko-KR" altLang="en-US" sz="831" spc="-74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Bold" panose="020B0800000000000000" pitchFamily="34" charset="-127"/>
                  <a:ea typeface="Noto Sans CJK KR Bold" panose="020B0800000000000000" pitchFamily="34" charset="-127"/>
                </a:rPr>
                <a:t>강의분야</a:t>
              </a:r>
              <a:endPara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endParaRPr>
            </a:p>
          </p:txBody>
        </p:sp>
      </p:grpSp>
      <p:sp>
        <p:nvSpPr>
          <p:cNvPr id="41" name="Rectangle 75">
            <a:extLst>
              <a:ext uri="{FF2B5EF4-FFF2-40B4-BE49-F238E27FC236}">
                <a16:creationId xmlns:a16="http://schemas.microsoft.com/office/drawing/2014/main" id="{2C42E133-2684-2BDD-DA23-D90B8BC6B3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5528" y="3025682"/>
            <a:ext cx="3587811" cy="169382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3077" tIns="66462" bIns="66462" rtlCol="0" anchor="ctr">
            <a:noAutofit/>
          </a:bodyPr>
          <a:lstStyle/>
          <a:p>
            <a:pPr algn="ctr"/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저서 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/ 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미디어 </a:t>
            </a:r>
            <a:r>
              <a:rPr lang="en-US" altLang="ko-KR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/ On line</a:t>
            </a:r>
            <a:r>
              <a:rPr lang="ko-KR" altLang="en-US" sz="831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교육 외 </a:t>
            </a:r>
            <a:endParaRPr lang="en-US" altLang="ko-KR" sz="831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42" name="직사각형 27">
            <a:extLst>
              <a:ext uri="{FF2B5EF4-FFF2-40B4-BE49-F238E27FC236}">
                <a16:creationId xmlns:a16="http://schemas.microsoft.com/office/drawing/2014/main" id="{F16C88FA-52E3-2CD3-CF7A-50E22A62CBFC}"/>
              </a:ext>
            </a:extLst>
          </p:cNvPr>
          <p:cNvSpPr/>
          <p:nvPr/>
        </p:nvSpPr>
        <p:spPr>
          <a:xfrm>
            <a:off x="5194554" y="3222958"/>
            <a:ext cx="647930" cy="2615973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t">
            <a:spAutoFit/>
          </a:bodyPr>
          <a:lstStyle/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저서 </a:t>
            </a: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100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554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Online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교육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Contents 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369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endParaRPr lang="en-US" altLang="ko-KR" sz="185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Media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출연 및</a:t>
            </a:r>
            <a:b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</a:b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언론기고 </a:t>
            </a:r>
            <a:endParaRPr lang="en-US" altLang="ko-KR" sz="738" spc="-74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CJK KR DemiLight" panose="020B0400000000000000" pitchFamily="34" charset="-127"/>
              <a:ea typeface="Noto Sans CJK KR DemiLight" panose="020B0400000000000000" pitchFamily="34" charset="-127"/>
            </a:endParaRP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 </a:t>
            </a:r>
          </a:p>
        </p:txBody>
      </p:sp>
      <p:sp>
        <p:nvSpPr>
          <p:cNvPr id="43" name="직사각형 27">
            <a:extLst>
              <a:ext uri="{FF2B5EF4-FFF2-40B4-BE49-F238E27FC236}">
                <a16:creationId xmlns:a16="http://schemas.microsoft.com/office/drawing/2014/main" id="{7F9DF1D2-3AAA-C292-5532-D70DE408BDC2}"/>
              </a:ext>
            </a:extLst>
          </p:cNvPr>
          <p:cNvSpPr/>
          <p:nvPr/>
        </p:nvSpPr>
        <p:spPr>
          <a:xfrm>
            <a:off x="5884610" y="3250423"/>
            <a:ext cx="2674177" cy="2911053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t">
            <a:spAutoFit/>
          </a:bodyPr>
          <a:lstStyle/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CEO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를 감동시키는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프리젠테이션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(2009,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미래와 경영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  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CEO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를 감동시키는 문서작성의 비밀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(2010,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미래와 경영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멱살잡고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싶은 직장선배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(2011,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미래와 경영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문서작성의 기술 ’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Compact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한 문서작성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Impact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한 보고기법’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(2014,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미래와 경영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리더는 업무지시가 반이다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(2016,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시대인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직장에서 주목받는 프레젠테이션 능력자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(2016,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시대인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시키지 마라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하게 하라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(2017,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시대인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부장님은 내 기획서가 쓰레기라고 말했지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(2019,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행복한북클럽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 *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대만출판예정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석세스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TV 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명사특강  ‘문서작성’ 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Mega HRD ‘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프리젠테이션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비주얼로 승부하자’  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삼일회계법인 ‘컨설턴트 양성과정’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_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프리젠테이션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문서작성 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휴넷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</a:t>
            </a:r>
            <a:r>
              <a:rPr lang="en-US" altLang="ko-KR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Hunet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 ‘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컴팩트한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문서작성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퍼펙트한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보고기법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(2014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년 산업인력공단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우수컨텐츠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선정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)’   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YTN ‘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취업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프리젠테이션’전문가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인터뷰 출연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EBS ‘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일과 사람들’ 中  산업교육 전문가 편 출연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, TBS ‘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리더십 전문가와의 대화’ </a:t>
            </a:r>
            <a:b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</a:b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인터뷰 출연 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</a:t>
            </a:r>
            <a:r>
              <a:rPr lang="en-US" altLang="ko-KR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COSMOPOLITAN ‘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커리어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코치’부문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직장내 처세 및 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셀프리더십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기고</a:t>
            </a:r>
          </a:p>
          <a:p>
            <a:pPr defTabSz="1160614" fontAlgn="base">
              <a:lnSpc>
                <a:spcPct val="110000"/>
              </a:lnSpc>
              <a:spcBef>
                <a:spcPts val="277"/>
              </a:spcBef>
              <a:spcAft>
                <a:spcPct val="0"/>
              </a:spcAft>
              <a:defRPr/>
            </a:pP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시니어 조선 ‘</a:t>
            </a:r>
            <a:r>
              <a:rPr lang="ko-KR" altLang="en-US" sz="738" spc="-74" dirty="0" err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프리젠테이션</a:t>
            </a:r>
            <a:r>
              <a:rPr lang="ko-KR" altLang="en-US" sz="738" spc="-74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CJK KR DemiLight" panose="020B0400000000000000" pitchFamily="34" charset="-127"/>
                <a:ea typeface="Noto Sans CJK KR DemiLight" panose="020B0400000000000000" pitchFamily="34" charset="-127"/>
              </a:rPr>
              <a:t> 성공 노하우’ 부문 기고 外 </a:t>
            </a:r>
          </a:p>
        </p:txBody>
      </p:sp>
    </p:spTree>
    <p:extLst>
      <p:ext uri="{BB962C8B-B14F-4D97-AF65-F5344CB8AC3E}">
        <p14:creationId xmlns:p14="http://schemas.microsoft.com/office/powerpoint/2010/main" val="3033953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7D1FB-30C0-9F95-A131-FF0355D57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제목 63">
            <a:extLst>
              <a:ext uri="{FF2B5EF4-FFF2-40B4-BE49-F238E27FC236}">
                <a16:creationId xmlns:a16="http://schemas.microsoft.com/office/drawing/2014/main" id="{537260A1-EBFD-F0A3-032B-8FEF66390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103" y="649288"/>
            <a:ext cx="8484592" cy="441699"/>
          </a:xfrm>
        </p:spPr>
        <p:txBody>
          <a:bodyPr/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[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참고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] 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설문 문항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CC8C0C6-2014-983B-A407-F026A7E172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44975"/>
              </p:ext>
            </p:extLst>
          </p:nvPr>
        </p:nvGraphicFramePr>
        <p:xfrm>
          <a:off x="845212" y="1234376"/>
          <a:ext cx="8201721" cy="495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0330">
                  <a:extLst>
                    <a:ext uri="{9D8B030D-6E8A-4147-A177-3AD203B41FA5}">
                      <a16:colId xmlns:a16="http://schemas.microsoft.com/office/drawing/2014/main" val="2915355718"/>
                    </a:ext>
                  </a:extLst>
                </a:gridCol>
                <a:gridCol w="882184">
                  <a:extLst>
                    <a:ext uri="{9D8B030D-6E8A-4147-A177-3AD203B41FA5}">
                      <a16:colId xmlns:a16="http://schemas.microsoft.com/office/drawing/2014/main" val="1759231117"/>
                    </a:ext>
                  </a:extLst>
                </a:gridCol>
                <a:gridCol w="1001803">
                  <a:extLst>
                    <a:ext uri="{9D8B030D-6E8A-4147-A177-3AD203B41FA5}">
                      <a16:colId xmlns:a16="http://schemas.microsoft.com/office/drawing/2014/main" val="4102180968"/>
                    </a:ext>
                  </a:extLst>
                </a:gridCol>
                <a:gridCol w="4956683">
                  <a:extLst>
                    <a:ext uri="{9D8B030D-6E8A-4147-A177-3AD203B41FA5}">
                      <a16:colId xmlns:a16="http://schemas.microsoft.com/office/drawing/2014/main" val="1007917078"/>
                    </a:ext>
                  </a:extLst>
                </a:gridCol>
                <a:gridCol w="970721">
                  <a:extLst>
                    <a:ext uri="{9D8B030D-6E8A-4147-A177-3AD203B41FA5}">
                      <a16:colId xmlns:a16="http://schemas.microsoft.com/office/drawing/2014/main" val="296725248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No.</a:t>
                      </a: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나눔고딕 ExtraBold" panose="020D0904000000000000" pitchFamily="50" charset="-127"/>
                        <a:ea typeface="나눔고딕 ExtraBold" panose="020D0904000000000000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설문문항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나눔고딕 ExtraBold" panose="020D0904000000000000" pitchFamily="50" charset="-127"/>
                          <a:ea typeface="나눔고딕 ExtraBold" panose="020D0904000000000000" pitchFamily="50" charset="-127"/>
                          <a:cs typeface="+mn-cs"/>
                        </a:rPr>
                        <a:t>응답 방식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0992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1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과정 만족도</a:t>
                      </a:r>
                      <a:endParaRPr lang="en-US" altLang="ko-KR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전반 만족도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본 과정에 대해 전반적으로 만족한다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객관식</a:t>
                      </a:r>
                    </a:p>
                    <a:p>
                      <a:pPr algn="ctr" latinLnBrk="1"/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(5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점 척도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000646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2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5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동료 추천도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본 과정을 다른 구성원에게 추천하고 싶다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955631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3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5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기대 충족도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본 과정은 나의 요구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/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기대 수준을 충족시켰다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212501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4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학습 목표 달성도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본 과정은 학습 내용을 이해하고 실천하는데 필요한 부분이 적절히 전달되었다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837663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5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현업 적용도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교육 내용이 나의 업무 수행에 도움이 될 것이다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03661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6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모듈별 만족도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>
                        <a:lnSpc>
                          <a:spcPct val="120000"/>
                        </a:lnSpc>
                      </a:pP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본 과정의 학습 내용 중 업무 수행에 도움이 된 내용은 무엇인가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?</a:t>
                      </a:r>
                    </a:p>
                    <a:p>
                      <a:pPr marL="0" algn="l" defTabSz="742950" rtl="0" eaLnBrk="1" latinLnBrk="0" hangingPunct="1">
                        <a:lnSpc>
                          <a:spcPct val="120000"/>
                        </a:lnSpc>
                      </a:pPr>
                      <a:r>
                        <a:rPr lang="en-US" altLang="ko-KR" sz="900" kern="1200" spc="-6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신임대리 역할 정립</a:t>
                      </a:r>
                      <a:r>
                        <a:rPr lang="en-US" altLang="ko-KR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/</a:t>
                      </a:r>
                      <a:r>
                        <a:rPr lang="ko-KR" altLang="en-US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업무구조화</a:t>
                      </a:r>
                      <a:r>
                        <a:rPr lang="en-US" altLang="ko-KR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&amp;</a:t>
                      </a:r>
                      <a:r>
                        <a:rPr lang="ko-KR" altLang="en-US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흐름설계</a:t>
                      </a:r>
                      <a:r>
                        <a:rPr lang="en-US" altLang="ko-KR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/</a:t>
                      </a:r>
                      <a:r>
                        <a:rPr lang="ko-KR" altLang="en-US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협업</a:t>
                      </a:r>
                      <a:r>
                        <a:rPr lang="en-US" altLang="ko-KR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·</a:t>
                      </a:r>
                      <a:r>
                        <a:rPr lang="ko-KR" altLang="en-US" sz="900" kern="1200" spc="-10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조정 역량 실전</a:t>
                      </a:r>
                      <a:r>
                        <a:rPr lang="en-US" altLang="ko-KR" sz="900" kern="1200" spc="-60" baseline="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객관식 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선택형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228902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7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운영 만족도</a:t>
                      </a: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운영자 만족도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fontAlgn="b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운영자의 과정 진행은 만족스러웠다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객관식</a:t>
                      </a:r>
                      <a:endParaRPr lang="en-US" altLang="ko-KR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(5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점 척도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628694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8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시설 만족도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fontAlgn="b" latinLnBrk="0" hangingPunct="1"/>
                      <a:r>
                        <a:rPr lang="ko-KR" altLang="en-US" sz="1000" kern="1200" spc="-8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강의장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 및 연수원 환경은 만족스러웠다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963791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9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식사 만족도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fontAlgn="b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연수원에서 제공되는 식사는 만족스러웠다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074707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10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강사 만족도</a:t>
                      </a: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강의내용 만족도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fontAlgn="b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강사의 전반적인 강의내용 및 준비는 만족스러웠다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02078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11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강의방식 만족도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fontAlgn="b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강사의 강의 스킬 및 교육방법은 만족스러웠다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321517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12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 gridSpan="2">
                  <a:txBody>
                    <a:bodyPr/>
                    <a:lstStyle/>
                    <a:p>
                      <a:pPr algn="ctr" latinLnBrk="0"/>
                      <a:r>
                        <a:rPr lang="ko-KR" altLang="en-US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종합적 의견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본 과정에서 긍정적으로 느낀 점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내용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/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강사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/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운영 등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은 무엇입니까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?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latinLnBrk="0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주관식</a:t>
                      </a: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62865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13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본 과정에서 새롭게 알게 된 내용은 무엇입니까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?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1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245711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000" b="1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14</a:t>
                      </a:r>
                      <a:endParaRPr lang="ko-KR" altLang="en-US" sz="1000" b="1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algn="ctr" latinLnBrk="0"/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742950" rtl="0" eaLnBrk="1" latinLnBrk="0" hangingPunct="1"/>
                      <a:r>
                        <a:rPr lang="ko-KR" altLang="en-US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기타 개선점이나 제안하고 싶은 사항은 무엇입니까</a:t>
                      </a:r>
                      <a:r>
                        <a:rPr lang="en-US" altLang="ko-KR" sz="10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cs typeface="+mn-cs"/>
                        </a:rPr>
                        <a:t>?</a:t>
                      </a:r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cs typeface="+mn-cs"/>
                      </a:endParaRPr>
                    </a:p>
                  </a:txBody>
                  <a:tcPr marL="90000" marR="90000" marT="18000" marB="18000" anchor="ctr">
                    <a:lnL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sz="10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T="18000" marB="18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5322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775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857250" y="5923148"/>
            <a:ext cx="8228747" cy="467245"/>
          </a:xfrm>
          <a:prstGeom prst="rect">
            <a:avLst/>
          </a:prstGeom>
          <a:noFill/>
        </p:spPr>
        <p:txBody>
          <a:bodyPr wrap="square" lIns="74295" tIns="37148" rIns="74295" bIns="37148">
            <a:spAutoFit/>
          </a:bodyPr>
          <a:lstStyle/>
          <a:p>
            <a:pPr algn="just" defTabSz="742950" eaLnBrk="0" latinLnBrk="0" hangingPunct="0">
              <a:lnSpc>
                <a:spcPct val="114000"/>
              </a:lnSpc>
              <a:defRPr/>
            </a:pPr>
            <a:r>
              <a:rPr lang="en-US" altLang="ko-KR" sz="758" dirty="0"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© 2026. </a:t>
            </a:r>
            <a:r>
              <a:rPr lang="en-US" altLang="ko-KR" sz="758" dirty="0" err="1"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CLiCK</a:t>
            </a:r>
            <a:r>
              <a:rPr lang="en-US" altLang="ko-KR" sz="758" dirty="0"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consulting all rights reserved.</a:t>
            </a:r>
          </a:p>
          <a:p>
            <a:pPr algn="just" defTabSz="742950" eaLnBrk="0" latinLnBrk="0" hangingPunct="0">
              <a:lnSpc>
                <a:spcPct val="114000"/>
              </a:lnSpc>
              <a:defRPr/>
            </a:pPr>
            <a:r>
              <a:rPr lang="en-US" altLang="ko-KR" sz="758" dirty="0"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No part of this publication may be reproduced, stored in a retrieval system, or transmitted in any form or by any means- electronic, mechanical, photocopying, recording, or otherwise- without the permission of CLiCK consulting this document provides an outline of a presentation and is incomplete without the accompanying oral commentary and discussion.</a:t>
            </a:r>
          </a:p>
        </p:txBody>
      </p:sp>
      <p:cxnSp>
        <p:nvCxnSpPr>
          <p:cNvPr id="54" name="직선 연결선 53"/>
          <p:cNvCxnSpPr>
            <a:cxnSpLocks/>
          </p:cNvCxnSpPr>
          <p:nvPr/>
        </p:nvCxnSpPr>
        <p:spPr>
          <a:xfrm>
            <a:off x="833300" y="6390393"/>
            <a:ext cx="82394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694FFB53-2004-460E-9646-57F77F0FCE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5661" y="3207335"/>
            <a:ext cx="2654678" cy="443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175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2_Office 테마">
  <a:themeElements>
    <a:clrScheme name="한국알콜산업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C9AD6"/>
      </a:accent1>
      <a:accent2>
        <a:srgbClr val="939598"/>
      </a:accent2>
      <a:accent3>
        <a:srgbClr val="8FB73E"/>
      </a:accent3>
      <a:accent4>
        <a:srgbClr val="FF1282"/>
      </a:accent4>
      <a:accent5>
        <a:srgbClr val="003BA5"/>
      </a:accent5>
      <a:accent6>
        <a:srgbClr val="70AD47"/>
      </a:accent6>
      <a:hlink>
        <a:srgbClr val="0563C1"/>
      </a:hlink>
      <a:folHlink>
        <a:srgbClr val="954F72"/>
      </a:folHlink>
    </a:clrScheme>
    <a:fontScheme name="제안서/보고서1">
      <a:majorFont>
        <a:latin typeface="Noto Sans CJK KR Bold"/>
        <a:ea typeface="Noto Sans CJK KR Bold"/>
        <a:cs typeface=""/>
      </a:majorFont>
      <a:minorFont>
        <a:latin typeface="Noto Sans CJK KR DemiLight"/>
        <a:ea typeface="Noto Sans CJK KR Demi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4FE399A-AC10-47DC-9249-E2A6966719E9}">
  <we:reference id="wa200010001" version="1.0.0.1" store="ko-KR" storeType="OMEX"/>
  <we:alternateReferences>
    <we:reference id="wa200010001" version="1.0.0.1" store="wa200010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14873</TotalTime>
  <Words>1549</Words>
  <Application>Microsoft Office PowerPoint</Application>
  <PresentationFormat>A4 용지(210x297mm)</PresentationFormat>
  <Paragraphs>327</Paragraphs>
  <Slides>19</Slides>
  <Notes>9</Notes>
  <HiddenSlides>1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2" baseType="lpstr">
      <vt:lpstr>KoPub돋움체 Medium</vt:lpstr>
      <vt:lpstr>Noto Sans CJK KR Black</vt:lpstr>
      <vt:lpstr>Noto Sans CJK KR Bold</vt:lpstr>
      <vt:lpstr>Noto Sans CJK KR DemiLight</vt:lpstr>
      <vt:lpstr>Noto Sans CJK KR Medium</vt:lpstr>
      <vt:lpstr>기아 Medium</vt:lpstr>
      <vt:lpstr>나눔고딕</vt:lpstr>
      <vt:lpstr>나눔고딕 ExtraBold</vt:lpstr>
      <vt:lpstr>나눔고딕 Light</vt:lpstr>
      <vt:lpstr>맑은 고딕</vt:lpstr>
      <vt:lpstr>Arial</vt:lpstr>
      <vt:lpstr>Wingdings</vt:lpstr>
      <vt:lpstr>2_Office 테마</vt:lpstr>
      <vt:lpstr>PowerPoint 프레젠테이션</vt:lpstr>
      <vt:lpstr>PowerPoint 프레젠테이션</vt:lpstr>
      <vt:lpstr>Summary</vt:lpstr>
      <vt:lpstr>1. 과정 개요</vt:lpstr>
      <vt:lpstr>과정 개요</vt:lpstr>
      <vt:lpstr>2. 설문 결과</vt:lpstr>
      <vt:lpstr>설문 결과_① 정량 평가</vt:lpstr>
      <vt:lpstr>설문 결과_② 정성 평가 raw</vt:lpstr>
      <vt:lpstr>설문 결과_② 정성 평가(설문 주요 의견)</vt:lpstr>
      <vt:lpstr>3. 과정 Review 및 제언</vt:lpstr>
      <vt:lpstr>과정 Review 및 제언 </vt:lpstr>
      <vt:lpstr>4. Appendix</vt:lpstr>
      <vt:lpstr>[참고] 교육 스케치(1/3)</vt:lpstr>
      <vt:lpstr>[참고] 교육 스케치(2/3)</vt:lpstr>
      <vt:lpstr>[참고] 교육 스케치(3/3)</vt:lpstr>
      <vt:lpstr>[참고] 교육 참석자 명단</vt:lpstr>
      <vt:lpstr>[참고] 강사 프로필</vt:lpstr>
      <vt:lpstr>[참고] 설문 문항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클릭 1</dc:creator>
  <cp:lastModifiedBy>클릭 1</cp:lastModifiedBy>
  <cp:revision>598</cp:revision>
  <dcterms:created xsi:type="dcterms:W3CDTF">2022-01-11T08:01:55Z</dcterms:created>
  <dcterms:modified xsi:type="dcterms:W3CDTF">2026-05-28T08:32:26Z</dcterms:modified>
</cp:coreProperties>
</file>