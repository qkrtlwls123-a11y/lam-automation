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17"/>
  </p:notesMasterIdLst>
  <p:handoutMasterIdLst>
    <p:handoutMasterId r:id="rId18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5" r:id="rId14"/>
    <p:sldId id="257899" r:id="rId15"/>
    <p:sldId id="257890" r:id="rId16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12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.0_);[Red]\(#,##0.0\)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클릭컨설팅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Jun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226053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0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330385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6" name="표 1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30798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2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92033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3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750035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109539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" name="차트 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32137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차트 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6882999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232357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4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192690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5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856825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80039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7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567710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129449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4" name="차트 8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526728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차트 7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4054044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차트 6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954122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9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98714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1111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차트 10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3077207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9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5199788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5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602281"/>
              </p:ext>
            </p:extLst>
          </p:nvPr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 </a:t>
                      </a:r>
                      <a:r>
                        <a:rPr kumimoji="0" lang="en-US" altLang="ko-KR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6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870964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397929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7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023319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12802</TotalTime>
  <Words>1198</Words>
  <Application>Microsoft Office PowerPoint</Application>
  <PresentationFormat>와이드스크린</PresentationFormat>
  <Paragraphs>295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Noto Sans CJK KR Bold</vt:lpstr>
      <vt:lpstr>Noto Sans CJK KR DemiLight</vt:lpstr>
      <vt:lpstr>Noto Sans CJK KR Medium</vt:lpstr>
      <vt:lpstr>arial</vt:lpstr>
      <vt:lpstr>arial</vt:lpstr>
      <vt:lpstr>Georgia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3. 문항별 세부 결과_④ 정성평가</vt:lpstr>
      <vt:lpstr>4. 현장 이슈 대응 및 제언 </vt:lpstr>
      <vt:lpstr>[참고] 교육생 명단</vt:lpstr>
      <vt:lpstr>[참고] 교육 커리큘럼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234</cp:revision>
  <dcterms:created xsi:type="dcterms:W3CDTF">2022-03-21T00:32:51Z</dcterms:created>
  <dcterms:modified xsi:type="dcterms:W3CDTF">2026-02-27T02:05:17Z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