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18"/>
  </p:notesMasterIdLst>
  <p:handoutMasterIdLst>
    <p:handoutMasterId r:id="rId19"/>
  </p:handoutMasterIdLst>
  <p:sldIdLst>
    <p:sldId id="6054" r:id="rId5"/>
    <p:sldId id="257882" r:id="rId6"/>
    <p:sldId id="257876" r:id="rId7"/>
    <p:sldId id="257879" r:id="rId8"/>
    <p:sldId id="257893" r:id="rId9"/>
    <p:sldId id="257906" r:id="rId10"/>
    <p:sldId id="257907" r:id="rId11"/>
    <p:sldId id="257886" r:id="rId12"/>
    <p:sldId id="257904" r:id="rId13"/>
    <p:sldId id="257908" r:id="rId14"/>
    <p:sldId id="257905" r:id="rId15"/>
    <p:sldId id="257899" r:id="rId16"/>
    <p:sldId id="257890" r:id="rId17"/>
  </p:sldIdLst>
  <p:sldSz cx="12192000" cy="6858000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7680" userDrawn="1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Bomont, Katrina" initials="BK" lastIdx="19" clrIdx="6">
    <p:extLst>
      <p:ext uri="{19B8F6BF-5375-455C-9EA6-DF929625EA0E}">
        <p15:presenceInfo xmlns:p15="http://schemas.microsoft.com/office/powerpoint/2012/main" userId="S::Katrina.Bomont@lamresearch.com::f3edf89a-f0bb-40f8-8901-dca7db1cd667" providerId="AD"/>
      </p:ext>
    </p:extLst>
  </p:cmAuthor>
  <p:cmAuthor id="1" name="Sassani, Valerie" initials="SV" lastIdx="30" clrIdx="0">
    <p:extLst>
      <p:ext uri="{19B8F6BF-5375-455C-9EA6-DF929625EA0E}">
        <p15:presenceInfo xmlns:p15="http://schemas.microsoft.com/office/powerpoint/2012/main" userId="S-1-5-21-1461305-839808047-932995037-24776" providerId="AD"/>
      </p:ext>
    </p:extLst>
  </p:cmAuthor>
  <p:cmAuthor id="2" name="Megan Paskin" initials="MP" lastIdx="22" clrIdx="1">
    <p:extLst>
      <p:ext uri="{19B8F6BF-5375-455C-9EA6-DF929625EA0E}">
        <p15:presenceInfo xmlns:p15="http://schemas.microsoft.com/office/powerpoint/2012/main" userId="S::megan@duarte.com::fc861dc4-e59d-48ea-be6f-a25698708d2b" providerId="AD"/>
      </p:ext>
    </p:extLst>
  </p:cmAuthor>
  <p:cmAuthor id="3" name="Rogers, Jasmine" initials="RJ" lastIdx="64" clrIdx="2">
    <p:extLst>
      <p:ext uri="{19B8F6BF-5375-455C-9EA6-DF929625EA0E}">
        <p15:presenceInfo xmlns:p15="http://schemas.microsoft.com/office/powerpoint/2012/main" userId="S::Jasmine.Rogers@lamresearch.com::99896968-a862-410c-823b-ed36d7d3a219" providerId="AD"/>
      </p:ext>
    </p:extLst>
  </p:cmAuthor>
  <p:cmAuthor id="4" name="Miyasato, Shelly" initials="MS" lastIdx="46" clrIdx="3">
    <p:extLst>
      <p:ext uri="{19B8F6BF-5375-455C-9EA6-DF929625EA0E}">
        <p15:presenceInfo xmlns:p15="http://schemas.microsoft.com/office/powerpoint/2012/main" userId="S::Shelly.Miyasato@lamresearch.com::e2b5c11a-1f63-4705-98af-15838a99cea2" providerId="AD"/>
      </p:ext>
    </p:extLst>
  </p:cmAuthor>
  <p:cmAuthor id="5" name="Farrell, Kerry" initials="FK" lastIdx="16" clrIdx="4">
    <p:extLst>
      <p:ext uri="{19B8F6BF-5375-455C-9EA6-DF929625EA0E}">
        <p15:presenceInfo xmlns:p15="http://schemas.microsoft.com/office/powerpoint/2012/main" userId="S::Kerry.Farrell@lamresearch.com::781e1a24-01e9-4dd8-907d-7420130fa051" providerId="AD"/>
      </p:ext>
    </p:extLst>
  </p:cmAuthor>
  <p:cmAuthor id="6" name="Bourke, Michelle" initials="BM" lastIdx="41" clrIdx="5">
    <p:extLst>
      <p:ext uri="{19B8F6BF-5375-455C-9EA6-DF929625EA0E}">
        <p15:presenceInfo xmlns:p15="http://schemas.microsoft.com/office/powerpoint/2012/main" userId="S::Michelle.Bourke@lamresearch.com::e01c1d2a-aeb6-4c5b-a69d-3ee59875cdb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2EE"/>
    <a:srgbClr val="BFBFBF"/>
    <a:srgbClr val="C3C9CF"/>
    <a:srgbClr val="E1E4E7"/>
    <a:srgbClr val="E6E3DC"/>
    <a:srgbClr val="EDEDEE"/>
    <a:srgbClr val="E2EFEA"/>
    <a:srgbClr val="FFFFFF"/>
    <a:srgbClr val="D3CE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6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420" y="114"/>
      </p:cViewPr>
      <p:guideLst>
        <p:guide pos="768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355-4D7E-9FEF-B68855F81F48}"/>
              </c:ext>
            </c:extLst>
          </c:dPt>
          <c:dPt>
            <c:idx val="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355-4D7E-9FEF-B68855F81F48}"/>
              </c:ext>
            </c:extLst>
          </c:dPt>
          <c:dPt>
            <c:idx val="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355-4D7E-9FEF-B68855F81F48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355-4D7E-9FEF-B68855F81F48}"/>
              </c:ext>
            </c:extLst>
          </c:dPt>
          <c:dPt>
            <c:idx val="4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355-4D7E-9FEF-B68855F81F48}"/>
              </c:ext>
            </c:extLst>
          </c:dPt>
          <c:dPt>
            <c:idx val="5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355-4D7E-9FEF-B68855F81F48}"/>
              </c:ext>
            </c:extLst>
          </c:dPt>
          <c:dPt>
            <c:idx val="6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355-4D7E-9FEF-B68855F81F48}"/>
              </c:ext>
            </c:extLst>
          </c:dPt>
          <c:dPt>
            <c:idx val="7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355-4D7E-9FEF-B68855F81F48}"/>
              </c:ext>
            </c:extLst>
          </c:dPt>
          <c:dPt>
            <c:idx val="8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8355-4D7E-9FEF-B68855F81F48}"/>
              </c:ext>
            </c:extLst>
          </c:dPt>
          <c:dPt>
            <c:idx val="9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8355-4D7E-9FEF-B68855F81F48}"/>
              </c:ext>
            </c:extLst>
          </c:dPt>
          <c:dPt>
            <c:idx val="10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8355-4D7E-9FEF-B68855F81F48}"/>
              </c:ext>
            </c:extLst>
          </c:dPt>
          <c:dPt>
            <c:idx val="1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8355-4D7E-9FEF-B68855F81F48}"/>
              </c:ext>
            </c:extLst>
          </c:dPt>
          <c:dPt>
            <c:idx val="1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8355-4D7E-9FEF-B68855F81F48}"/>
              </c:ext>
            </c:extLst>
          </c:dPt>
          <c:dPt>
            <c:idx val="1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8355-4D7E-9FEF-B68855F81F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D5A9DC64-C6BC-4705-A986-50051A0667F1}" type="VALUE">
                      <a:rPr lang="en-US" altLang="ko-KR" b="1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8355-4D7E-9FEF-B68855F81F48}"/>
                </c:ext>
              </c:extLst>
            </c:dLbl>
            <c:dLbl>
              <c:idx val="1"/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8355-4D7E-9FEF-B68855F81F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8355-4D7E-9FEF-B68855F81F48}"/>
                </c:ext>
              </c:extLst>
            </c:dLbl>
            <c:dLbl>
              <c:idx val="7"/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8355-4D7E-9FEF-B68855F81F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fld id="{E0464319-0440-4D7B-907A-4EF44BBCB25D}" type="VALUE">
                      <a:rPr lang="en-US" altLang="ko-KR" b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5-8355-4D7E-9FEF-B68855F81F48}"/>
                </c:ext>
              </c:extLst>
            </c:dLbl>
            <c:dLbl>
              <c:idx val="11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050" b="1" i="0" u="none" strike="noStrike" kern="1200" baseline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A26560A6-E518-420F-9A97-BF8BDC955BB6}" type="VALUE">
                      <a:rPr lang="en-US" altLang="ko-KR" smtClean="0"/>
                      <a:pPr>
                        <a:defRPr sz="1050" b="1">
                          <a:solidFill>
                            <a:schemeClr val="accent6">
                              <a:lumMod val="50000"/>
                            </a:schemeClr>
                          </a:solidFill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 alt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7-8355-4D7E-9FEF-B68855F81F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9-8355-4D7E-9FEF-B68855F81F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B-8355-4D7E-9FEF-B68855F81F48}"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accent6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Sheet1!$A$2:$A$15</c:f>
              <c:strCache>
                <c:ptCount val="14"/>
                <c:pt idx="0">
                  <c:v>전체 평균</c:v>
                </c:pt>
                <c:pt idx="1">
                  <c:v>과정만족도 평균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강사만족도 평균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  <c:pt idx="11">
                  <c:v>운영 만족도 평균</c:v>
                </c:pt>
                <c:pt idx="12">
                  <c:v>9</c:v>
                </c:pt>
                <c:pt idx="13">
                  <c:v>10</c:v>
                </c:pt>
              </c:strCache>
            </c:strRef>
          </c:cat>
          <c:val>
            <c:numRef>
              <c:f>Sheet1!$B$2:$B$15</c:f>
              <c:numCache>
                <c:formatCode>0.0</c:formatCode>
                <c:ptCount val="14"/>
                <c:pt idx="0">
                  <c:v>97.142857142857125</c:v>
                </c:pt>
                <c:pt idx="1">
                  <c:v>97.142857142857125</c:v>
                </c:pt>
                <c:pt idx="2">
                  <c:v>94.642857142857139</c:v>
                </c:pt>
                <c:pt idx="3">
                  <c:v>94.642857142857139</c:v>
                </c:pt>
                <c:pt idx="4">
                  <c:v>98.214285714285708</c:v>
                </c:pt>
                <c:pt idx="5">
                  <c:v>100</c:v>
                </c:pt>
                <c:pt idx="6">
                  <c:v>98.214285714285708</c:v>
                </c:pt>
                <c:pt idx="7">
                  <c:v>96.428571428571445</c:v>
                </c:pt>
                <c:pt idx="8">
                  <c:v>100</c:v>
                </c:pt>
                <c:pt idx="9">
                  <c:v>96.428571428571431</c:v>
                </c:pt>
                <c:pt idx="10">
                  <c:v>92.857142857142861</c:v>
                </c:pt>
                <c:pt idx="11">
                  <c:v>98.214285714285722</c:v>
                </c:pt>
                <c:pt idx="12">
                  <c:v>96.428571428571431</c:v>
                </c:pt>
                <c:pt idx="1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8355-4D7E-9FEF-B68855F81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002182824"/>
        <c:axId val="1002187504"/>
      </c:barChart>
      <c:catAx>
        <c:axId val="10021828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lnSpc>
                <a:spcPct val="70000"/>
              </a:lnSpc>
              <a:defRPr sz="11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  <a:cs typeface="+mn-cs"/>
              </a:defRPr>
            </a:pPr>
            <a:endParaRPr lang="ko-KR"/>
          </a:p>
        </c:txPr>
        <c:crossAx val="1002187504"/>
        <c:crosses val="autoZero"/>
        <c:auto val="1"/>
        <c:lblAlgn val="ctr"/>
        <c:lblOffset val="100"/>
        <c:noMultiLvlLbl val="0"/>
      </c:catAx>
      <c:valAx>
        <c:axId val="1002187504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0218282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1ED-43CF-A9FE-6CED42A81867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1ED-43CF-A9FE-6CED42A8186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1ED-43CF-A9FE-6CED42A81867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1ED-43CF-A9FE-6CED42A81867}"/>
              </c:ext>
            </c:extLst>
          </c:dPt>
          <c:dLbls>
            <c:dLbl>
              <c:idx val="1"/>
              <c:layout>
                <c:manualLayout>
                  <c:x val="0.11134865967479358"/>
                  <c:y val="0.1966053105616110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1ED-43CF-A9FE-6CED42A81867}"/>
                </c:ext>
              </c:extLst>
            </c:dLbl>
            <c:dLbl>
              <c:idx val="2"/>
              <c:layout>
                <c:manualLayout>
                  <c:x val="5.2340785710116085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41ED-43CF-A9FE-6CED42A8186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1ED-43CF-A9FE-6CED42A818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1ED-43CF-A9FE-6CED42A81867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CE4-4FBE-8558-62C4526CB37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CE4-4FBE-8558-62C4526CB37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CE4-4FBE-8558-62C4526CB37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CE4-4FBE-8558-62C4526CB378}"/>
              </c:ext>
            </c:extLst>
          </c:dPt>
          <c:dLbls>
            <c:dLbl>
              <c:idx val="1"/>
              <c:layout>
                <c:manualLayout>
                  <c:x val="0.10311164296045505"/>
                  <c:y val="0.1775833869209047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E4-4FBE-8558-62C4526CB378}"/>
                </c:ext>
              </c:extLst>
            </c:dLbl>
            <c:dLbl>
              <c:idx val="2"/>
              <c:layout>
                <c:manualLayout>
                  <c:x val="4.774547765908449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CE4-4FBE-8558-62C4526CB378}"/>
                </c:ext>
              </c:extLst>
            </c:dLbl>
            <c:dLbl>
              <c:idx val="3"/>
              <c:layout>
                <c:manualLayout>
                  <c:x val="-1.717905810778381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CE4-4FBE-8558-62C4526CB37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CE4-4FBE-8558-62C4526CB37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919-42A5-8DC9-C2D80BA87EBA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919-42A5-8DC9-C2D80BA87EBA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919-42A5-8DC9-C2D80BA87EBA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919-42A5-8DC9-C2D80BA87EBA}"/>
              </c:ext>
            </c:extLst>
          </c:dPt>
          <c:dLbls>
            <c:dLbl>
              <c:idx val="1"/>
              <c:layout>
                <c:manualLayout>
                  <c:x val="0.10902814261345579"/>
                  <c:y val="0.1775379539799256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5080231419324291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919-42A5-8DC9-C2D80BA87EBA}"/>
                </c:ext>
              </c:extLst>
            </c:dLbl>
            <c:dLbl>
              <c:idx val="2"/>
              <c:layout>
                <c:manualLayout>
                  <c:x val="3.7915993747527146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A919-42A5-8DC9-C2D80BA87EBA}"/>
                </c:ext>
              </c:extLst>
            </c:dLbl>
            <c:dLbl>
              <c:idx val="3"/>
              <c:layout>
                <c:manualLayout>
                  <c:x val="-1.6092658533263283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919-42A5-8DC9-C2D80BA87EB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919-42A5-8DC9-C2D80BA87EBA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FD5-4CD7-8272-DAE83B408D0F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FD5-4CD7-8272-DAE83B408D0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FD5-4CD7-8272-DAE83B408D0F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FD5-4CD7-8272-DAE83B408D0F}"/>
              </c:ext>
            </c:extLst>
          </c:dPt>
          <c:dLbls>
            <c:dLbl>
              <c:idx val="1"/>
              <c:layout>
                <c:manualLayout>
                  <c:x val="9.3835736384332499E-3"/>
                  <c:y val="5.212805898493823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FD5-4CD7-8272-DAE83B408D0F}"/>
                </c:ext>
              </c:extLst>
            </c:dLbl>
            <c:dLbl>
              <c:idx val="2"/>
              <c:layout>
                <c:manualLayout>
                  <c:x val="-1.7676856121780604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FD5-4CD7-8272-DAE83B408D0F}"/>
                </c:ext>
              </c:extLst>
            </c:dLbl>
            <c:dLbl>
              <c:idx val="3"/>
              <c:layout>
                <c:manualLayout>
                  <c:x val="5.38664474409615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FD5-4CD7-8272-DAE83B408D0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FD5-4CD7-8272-DAE83B408D0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B9-4BCF-8389-3E9AB0692EB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B9-4BCF-8389-3E9AB0692EB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EB9-4BCF-8389-3E9AB0692EB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EB9-4BCF-8389-3E9AB0692EBB}"/>
              </c:ext>
            </c:extLst>
          </c:dPt>
          <c:dLbls>
            <c:dLbl>
              <c:idx val="1"/>
              <c:layout>
                <c:manualLayout>
                  <c:x val="6.0720980159425009E-2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B9-4BCF-8389-3E9AB0692EBB}"/>
                </c:ext>
              </c:extLst>
            </c:dLbl>
            <c:dLbl>
              <c:idx val="2"/>
              <c:layout>
                <c:manualLayout>
                  <c:x val="2.3842416930969093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B9-4BCF-8389-3E9AB0692EBB}"/>
                </c:ext>
              </c:extLst>
            </c:dLbl>
            <c:dLbl>
              <c:idx val="3"/>
              <c:layout>
                <c:manualLayout>
                  <c:x val="-7.3975703565336394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B9-4BCF-8389-3E9AB0692EB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B9-4BCF-8389-3E9AB0692EB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B30-4DAE-8B50-912532C6B483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B30-4DAE-8B50-912532C6B483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B30-4DAE-8B50-912532C6B483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B30-4DAE-8B50-912532C6B483}"/>
              </c:ext>
            </c:extLst>
          </c:dPt>
          <c:dLbls>
            <c:dLbl>
              <c:idx val="1"/>
              <c:layout>
                <c:manualLayout>
                  <c:x val="0.14078862880158777"/>
                  <c:y val="0.1727824730697490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B30-4DAE-8B50-912532C6B483}"/>
                </c:ext>
              </c:extLst>
            </c:dLbl>
            <c:dLbl>
              <c:idx val="2"/>
              <c:layout>
                <c:manualLayout>
                  <c:x val="5.2339164218213892E-2"/>
                  <c:y val="0.14107926700190518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B30-4DAE-8B50-912532C6B483}"/>
                </c:ext>
              </c:extLst>
            </c:dLbl>
            <c:dLbl>
              <c:idx val="3"/>
              <c:layout>
                <c:manualLayout>
                  <c:x val="2.09177319868464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B30-4DAE-8B50-912532C6B48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0.14000000000000001</c:v>
                </c:pt>
                <c:pt idx="2">
                  <c:v>7.0000000000000007E-2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B30-4DAE-8B50-912532C6B483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565-4C41-A80A-9CAC22EDC1E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565-4C41-A80A-9CAC22EDC1E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565-4C41-A80A-9CAC22EDC1E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565-4C41-A80A-9CAC22EDC1E8}"/>
              </c:ext>
            </c:extLst>
          </c:dPt>
          <c:dLbls>
            <c:dLbl>
              <c:idx val="1"/>
              <c:layout>
                <c:manualLayout>
                  <c:x val="0.10602546390883325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565-4C41-A80A-9CAC22EDC1E8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565-4C41-A80A-9CAC22EDC1E8}"/>
                </c:ext>
              </c:extLst>
            </c:dLbl>
            <c:dLbl>
              <c:idx val="3"/>
              <c:layout>
                <c:manualLayout>
                  <c:x val="3.2478482802456883E-4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565-4C41-A80A-9CAC22EDC1E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565-4C41-A80A-9CAC22EDC1E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79-4E58-891F-D4594078F4A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79-4E58-891F-D4594078F4A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79-4E58-891F-D4594078F4A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279-4E58-891F-D4594078F4AB}"/>
              </c:ext>
            </c:extLst>
          </c:dPt>
          <c:dLbls>
            <c:dLbl>
              <c:idx val="1"/>
              <c:layout>
                <c:manualLayout>
                  <c:x val="2.1349535280420735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79-4E58-891F-D4594078F4AB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79-4E58-891F-D4594078F4AB}"/>
                </c:ext>
              </c:extLst>
            </c:dLbl>
            <c:dLbl>
              <c:idx val="3"/>
              <c:layout>
                <c:manualLayout>
                  <c:x val="2.4006674060669742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79-4E58-891F-D4594078F4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79-4E58-891F-D4594078F4A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C4-4822-92E1-C02090D7FFD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CC4-4822-92E1-C02090D7FFD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C4-4822-92E1-C02090D7FFD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CC4-4822-92E1-C02090D7FFDB}"/>
              </c:ext>
            </c:extLst>
          </c:dPt>
          <c:dLbls>
            <c:dLbl>
              <c:idx val="1"/>
              <c:layout>
                <c:manualLayout>
                  <c:x val="-2.2574410263395146E-3"/>
                  <c:y val="5.5328335376983442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C4-4822-92E1-C02090D7FFDB}"/>
                </c:ext>
              </c:extLst>
            </c:dLbl>
            <c:dLbl>
              <c:idx val="2"/>
              <c:layout>
                <c:manualLayout>
                  <c:x val="-2.087184376601298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CC4-4822-92E1-C02090D7FFD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CC4-4822-92E1-C02090D7FF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C4-4822-92E1-C02090D7FFD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53F-410B-80E1-09D9E8461642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53F-410B-80E1-09D9E846164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53F-410B-80E1-09D9E8461642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53F-410B-80E1-09D9E8461642}"/>
              </c:ext>
            </c:extLst>
          </c:dPt>
          <c:dLbls>
            <c:dLbl>
              <c:idx val="1"/>
              <c:layout>
                <c:manualLayout>
                  <c:x val="0.10607994603674949"/>
                  <c:y val="0.1933895570138475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3F-410B-80E1-09D9E8461642}"/>
                </c:ext>
              </c:extLst>
            </c:dLbl>
            <c:dLbl>
              <c:idx val="2"/>
              <c:layout>
                <c:manualLayout>
                  <c:x val="-3.294547247031124E-3"/>
                  <c:y val="3.724003371024362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3F-410B-80E1-09D9E8461642}"/>
                </c:ext>
              </c:extLst>
            </c:dLbl>
            <c:dLbl>
              <c:idx val="3"/>
              <c:layout>
                <c:manualLayout>
                  <c:x val="-3.79380460373980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3F-410B-80E1-09D9E846164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53F-410B-80E1-09D9E8461642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712B258D-E199-4B96-8C25-8F249D229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549C98-62D3-4540-A49C-32E05052A37A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" name="ConfidentialityLevelBanner">
            <a:extLst>
              <a:ext uri="{FF2B5EF4-FFF2-40B4-BE49-F238E27FC236}">
                <a16:creationId xmlns:a16="http://schemas.microsoft.com/office/drawing/2014/main" id="{79540266-C429-5045-962D-1416F2BE1C66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BA62C-0CBB-3041-8FF6-C966F9B792D8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</p:spTree>
    <p:extLst>
      <p:ext uri="{BB962C8B-B14F-4D97-AF65-F5344CB8AC3E}">
        <p14:creationId xmlns:p14="http://schemas.microsoft.com/office/powerpoint/2010/main" val="428953720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365760"/>
            <a:ext cx="6172200" cy="347274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42900" y="3931920"/>
            <a:ext cx="6172200" cy="46272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65DB5-CE5F-584E-A675-B6669FBCA882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7" name="ConfidentialityLevelBanner">
            <a:extLst>
              <a:ext uri="{FF2B5EF4-FFF2-40B4-BE49-F238E27FC236}">
                <a16:creationId xmlns:a16="http://schemas.microsoft.com/office/drawing/2014/main" id="{495B362C-8D0A-DA46-9887-A1FBC5903565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97C0D-F045-BD44-85BD-4786123CCEBC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4B18B9A7-BD49-40FF-A714-BAFF8E565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75732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42900" y="365125"/>
            <a:ext cx="6172200" cy="3473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91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5EB69C80-E0E5-497B-8434-8E46CDAD98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4" name="Overlay Box">
            <a:extLst>
              <a:ext uri="{FF2B5EF4-FFF2-40B4-BE49-F238E27FC236}">
                <a16:creationId xmlns:a16="http://schemas.microsoft.com/office/drawing/2014/main" id="{E6A227C2-62A9-487B-9E97-E54E7C8F5E24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tx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7FB7D882-41FB-485D-99AC-8B1D6DECF5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3024" y="5520237"/>
            <a:ext cx="1744656" cy="6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7211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6254DC-0E7B-4225-B938-379FB67588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1072" y="5466374"/>
            <a:ext cx="1736608" cy="7633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2" name="Overlay Box">
            <a:extLst>
              <a:ext uri="{FF2B5EF4-FFF2-40B4-BE49-F238E27FC236}">
                <a16:creationId xmlns:a16="http://schemas.microsoft.com/office/drawing/2014/main" id="{1C0D6675-CF7C-46A9-A1F7-81709E79B07E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7FBE6049-05BA-425C-98F2-ABC7AFBE156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348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>
            <a:extLst>
              <a:ext uri="{FF2B5EF4-FFF2-40B4-BE49-F238E27FC236}">
                <a16:creationId xmlns:a16="http://schemas.microsoft.com/office/drawing/2014/main" id="{AFB34610-65FD-2742-920B-DCCD39F293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658028"/>
            <a:ext cx="3606639" cy="2199472"/>
          </a:xfrm>
        </p:spPr>
        <p:txBody>
          <a:bodyPr anchor="t"/>
          <a:lstStyle/>
          <a:p>
            <a:r>
              <a:rPr lang="en-US"/>
              <a:t>Table of Contents</a:t>
            </a:r>
          </a:p>
        </p:txBody>
      </p:sp>
      <p:sp>
        <p:nvSpPr>
          <p:cNvPr id="22" name="Text Placeholder 64">
            <a:extLst>
              <a:ext uri="{FF2B5EF4-FFF2-40B4-BE49-F238E27FC236}">
                <a16:creationId xmlns:a16="http://schemas.microsoft.com/office/drawing/2014/main" id="{F9F5C97C-2052-5A41-8352-BA9E0DAF9B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2742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3" name="Text Placeholder 64">
            <a:extLst>
              <a:ext uri="{FF2B5EF4-FFF2-40B4-BE49-F238E27FC236}">
                <a16:creationId xmlns:a16="http://schemas.microsoft.com/office/drawing/2014/main" id="{3D7BB07E-592D-DD45-9784-D236793A13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61580" y="810368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4" name="Text Placeholder 64">
            <a:extLst>
              <a:ext uri="{FF2B5EF4-FFF2-40B4-BE49-F238E27FC236}">
                <a16:creationId xmlns:a16="http://schemas.microsoft.com/office/drawing/2014/main" id="{C9A310E7-76EB-D340-B416-6395D1B06D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2742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5" name="Text Placeholder 64">
            <a:extLst>
              <a:ext uri="{FF2B5EF4-FFF2-40B4-BE49-F238E27FC236}">
                <a16:creationId xmlns:a16="http://schemas.microsoft.com/office/drawing/2014/main" id="{07881189-0E09-7345-B040-913A962E56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61580" y="25972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6" name="Text Placeholder 64">
            <a:extLst>
              <a:ext uri="{FF2B5EF4-FFF2-40B4-BE49-F238E27FC236}">
                <a16:creationId xmlns:a16="http://schemas.microsoft.com/office/drawing/2014/main" id="{4A4450FB-0929-1D4F-96AA-6BA767301D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2742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7" name="Text Placeholder 64">
            <a:extLst>
              <a:ext uri="{FF2B5EF4-FFF2-40B4-BE49-F238E27FC236}">
                <a16:creationId xmlns:a16="http://schemas.microsoft.com/office/drawing/2014/main" id="{11104D28-5D74-454F-94D0-FA2ECB4B3C6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1580" y="43911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8" name="Text Placeholder 64">
            <a:extLst>
              <a:ext uri="{FF2B5EF4-FFF2-40B4-BE49-F238E27FC236}">
                <a16:creationId xmlns:a16="http://schemas.microsoft.com/office/drawing/2014/main" id="{22A3497E-91E9-7546-A1FC-AE4D53FE4D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73905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9" name="Text Placeholder 64">
            <a:extLst>
              <a:ext uri="{FF2B5EF4-FFF2-40B4-BE49-F238E27FC236}">
                <a16:creationId xmlns:a16="http://schemas.microsoft.com/office/drawing/2014/main" id="{F07ED195-286C-8A41-B4B4-ECA0880ACA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7800" y="810368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0" name="Text Placeholder 64">
            <a:extLst>
              <a:ext uri="{FF2B5EF4-FFF2-40B4-BE49-F238E27FC236}">
                <a16:creationId xmlns:a16="http://schemas.microsoft.com/office/drawing/2014/main" id="{9C0F9C89-1FD2-DD40-ABF3-3AE49EA80A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3905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1" name="Text Placeholder 64">
            <a:extLst>
              <a:ext uri="{FF2B5EF4-FFF2-40B4-BE49-F238E27FC236}">
                <a16:creationId xmlns:a16="http://schemas.microsoft.com/office/drawing/2014/main" id="{85A4CEE8-7077-B54A-9EE4-A3B43B3222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7800" y="25972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2" name="Text Placeholder 64">
            <a:extLst>
              <a:ext uri="{FF2B5EF4-FFF2-40B4-BE49-F238E27FC236}">
                <a16:creationId xmlns:a16="http://schemas.microsoft.com/office/drawing/2014/main" id="{311CD5A9-1B36-B64C-8D7E-21832CBF7E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3905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3" name="Text Placeholder 64">
            <a:extLst>
              <a:ext uri="{FF2B5EF4-FFF2-40B4-BE49-F238E27FC236}">
                <a16:creationId xmlns:a16="http://schemas.microsoft.com/office/drawing/2014/main" id="{4F94B8FF-F27B-0345-AC38-56B8E078FEC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67800" y="43911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4" name="Text Placeholder 64">
            <a:extLst>
              <a:ext uri="{FF2B5EF4-FFF2-40B4-BE49-F238E27FC236}">
                <a16:creationId xmlns:a16="http://schemas.microsoft.com/office/drawing/2014/main" id="{2F187913-1E0E-4242-B9F1-6B8289F43C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1580" y="1278036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5" name="Text Placeholder 64">
            <a:extLst>
              <a:ext uri="{FF2B5EF4-FFF2-40B4-BE49-F238E27FC236}">
                <a16:creationId xmlns:a16="http://schemas.microsoft.com/office/drawing/2014/main" id="{6F73080F-E64A-0A46-BE01-1198F74370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61580" y="30649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6" name="Text Placeholder 64">
            <a:extLst>
              <a:ext uri="{FF2B5EF4-FFF2-40B4-BE49-F238E27FC236}">
                <a16:creationId xmlns:a16="http://schemas.microsoft.com/office/drawing/2014/main" id="{FD8D350E-A604-6E47-A770-E701A13B6E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61580" y="48588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7" name="Text Placeholder 64">
            <a:extLst>
              <a:ext uri="{FF2B5EF4-FFF2-40B4-BE49-F238E27FC236}">
                <a16:creationId xmlns:a16="http://schemas.microsoft.com/office/drawing/2014/main" id="{2B317F54-1E7E-B742-8A4D-95CA801576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7800" y="1278036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8" name="Text Placeholder 64">
            <a:extLst>
              <a:ext uri="{FF2B5EF4-FFF2-40B4-BE49-F238E27FC236}">
                <a16:creationId xmlns:a16="http://schemas.microsoft.com/office/drawing/2014/main" id="{7657FB1F-04C7-6445-81FE-D15C631847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0649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9" name="Text Placeholder 64">
            <a:extLst>
              <a:ext uri="{FF2B5EF4-FFF2-40B4-BE49-F238E27FC236}">
                <a16:creationId xmlns:a16="http://schemas.microsoft.com/office/drawing/2014/main" id="{DFE0A3E3-B7A0-2540-8806-61D6B956C95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67800" y="48588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BD7D9A-2498-284C-A8B0-47735D79A188}"/>
              </a:ext>
            </a:extLst>
          </p:cNvPr>
          <p:cNvSpPr/>
          <p:nvPr userDrawn="1"/>
        </p:nvSpPr>
        <p:spPr bwMode="auto">
          <a:xfrm>
            <a:off x="11278892" y="6243739"/>
            <a:ext cx="911629" cy="304800"/>
          </a:xfrm>
          <a:prstGeom prst="rect">
            <a:avLst/>
          </a:prstGeom>
          <a:solidFill>
            <a:schemeClr val="bg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603425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C9FEE45-56CA-9A44-B6BC-85F4EA617F6A}"/>
              </a:ext>
            </a:extLst>
          </p:cNvPr>
          <p:cNvSpPr/>
          <p:nvPr userDrawn="1"/>
        </p:nvSpPr>
        <p:spPr bwMode="auto">
          <a:xfrm>
            <a:off x="4305299" y="0"/>
            <a:ext cx="7886701" cy="6858000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959114"/>
            <a:ext cx="2616039" cy="1898386"/>
          </a:xfrm>
        </p:spPr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75805CC5-8A18-3B4F-82AD-7C7E5A9B9A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8067" y="1069848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6" name="Text Placeholder 64">
            <a:extLst>
              <a:ext uri="{FF2B5EF4-FFF2-40B4-BE49-F238E27FC236}">
                <a16:creationId xmlns:a16="http://schemas.microsoft.com/office/drawing/2014/main" id="{E08F8BFD-52B2-0A45-BFFA-B1076F80CA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8960" y="1069848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1" name="Text Placeholder 64">
            <a:extLst>
              <a:ext uri="{FF2B5EF4-FFF2-40B4-BE49-F238E27FC236}">
                <a16:creationId xmlns:a16="http://schemas.microsoft.com/office/drawing/2014/main" id="{7B490C42-41F9-5B44-BFAF-0E588E0C81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88067" y="1961025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2" name="Text Placeholder 64">
            <a:extLst>
              <a:ext uri="{FF2B5EF4-FFF2-40B4-BE49-F238E27FC236}">
                <a16:creationId xmlns:a16="http://schemas.microsoft.com/office/drawing/2014/main" id="{E0ECA722-60CC-7E40-B343-42F76C0381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98960" y="1961025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4" name="Text Placeholder 64">
            <a:extLst>
              <a:ext uri="{FF2B5EF4-FFF2-40B4-BE49-F238E27FC236}">
                <a16:creationId xmlns:a16="http://schemas.microsoft.com/office/drawing/2014/main" id="{068D80BF-656F-D442-B607-C3B6CB435D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88067" y="2852202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5" name="Text Placeholder 64">
            <a:extLst>
              <a:ext uri="{FF2B5EF4-FFF2-40B4-BE49-F238E27FC236}">
                <a16:creationId xmlns:a16="http://schemas.microsoft.com/office/drawing/2014/main" id="{569A918B-BA72-334C-85EB-3C7A4B7051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8960" y="2852202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7" name="Text Placeholder 64">
            <a:extLst>
              <a:ext uri="{FF2B5EF4-FFF2-40B4-BE49-F238E27FC236}">
                <a16:creationId xmlns:a16="http://schemas.microsoft.com/office/drawing/2014/main" id="{F4C2A7CB-57CE-F241-B3AB-12C10D55C2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8067" y="3743379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8" name="Text Placeholder 64">
            <a:extLst>
              <a:ext uri="{FF2B5EF4-FFF2-40B4-BE49-F238E27FC236}">
                <a16:creationId xmlns:a16="http://schemas.microsoft.com/office/drawing/2014/main" id="{C7732BE6-0C87-0D46-AD63-172DCDCC1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98960" y="3743379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83" name="Text Placeholder 64">
            <a:extLst>
              <a:ext uri="{FF2B5EF4-FFF2-40B4-BE49-F238E27FC236}">
                <a16:creationId xmlns:a16="http://schemas.microsoft.com/office/drawing/2014/main" id="{19D7929C-2F2B-6E43-8FA2-31FBDDB6E9A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88067" y="4634556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84" name="Text Placeholder 64">
            <a:extLst>
              <a:ext uri="{FF2B5EF4-FFF2-40B4-BE49-F238E27FC236}">
                <a16:creationId xmlns:a16="http://schemas.microsoft.com/office/drawing/2014/main" id="{30DA7D0C-1529-CA49-85CA-7566FC1DAA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8960" y="4634556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58" name="Text Placeholder 64">
            <a:extLst>
              <a:ext uri="{FF2B5EF4-FFF2-40B4-BE49-F238E27FC236}">
                <a16:creationId xmlns:a16="http://schemas.microsoft.com/office/drawing/2014/main" id="{754D030B-CDF0-B940-90CF-217DAD575F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10993" y="1278036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59" name="Text Placeholder 64">
            <a:extLst>
              <a:ext uri="{FF2B5EF4-FFF2-40B4-BE49-F238E27FC236}">
                <a16:creationId xmlns:a16="http://schemas.microsoft.com/office/drawing/2014/main" id="{812A7FD4-445C-AD4A-BFFB-B580456AB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10993" y="30649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0" name="Text Placeholder 64">
            <a:extLst>
              <a:ext uri="{FF2B5EF4-FFF2-40B4-BE49-F238E27FC236}">
                <a16:creationId xmlns:a16="http://schemas.microsoft.com/office/drawing/2014/main" id="{2044F1C2-D785-2D45-ABFB-6D10FFAA6B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610993" y="48588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1" name="Text Placeholder 64">
            <a:extLst>
              <a:ext uri="{FF2B5EF4-FFF2-40B4-BE49-F238E27FC236}">
                <a16:creationId xmlns:a16="http://schemas.microsoft.com/office/drawing/2014/main" id="{6919A147-27F9-E743-A78C-B74D594620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408400" y="1278036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2" name="Text Placeholder 64">
            <a:extLst>
              <a:ext uri="{FF2B5EF4-FFF2-40B4-BE49-F238E27FC236}">
                <a16:creationId xmlns:a16="http://schemas.microsoft.com/office/drawing/2014/main" id="{8A592CD4-C6A5-E846-8677-B1C111B674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408400" y="30649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3" name="Text Placeholder 64">
            <a:extLst>
              <a:ext uri="{FF2B5EF4-FFF2-40B4-BE49-F238E27FC236}">
                <a16:creationId xmlns:a16="http://schemas.microsoft.com/office/drawing/2014/main" id="{3907FD71-ACFE-1D48-B9CE-9679D4C2857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408400" y="48588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4" name="Text Placeholder 64">
            <a:extLst>
              <a:ext uri="{FF2B5EF4-FFF2-40B4-BE49-F238E27FC236}">
                <a16:creationId xmlns:a16="http://schemas.microsoft.com/office/drawing/2014/main" id="{74D309A4-F854-0A40-A0A7-F3FA2F018CB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88067" y="5525733"/>
            <a:ext cx="502648" cy="304800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8" name="Text Placeholder 64">
            <a:extLst>
              <a:ext uri="{FF2B5EF4-FFF2-40B4-BE49-F238E27FC236}">
                <a16:creationId xmlns:a16="http://schemas.microsoft.com/office/drawing/2014/main" id="{94B16C14-14AD-5140-B283-6EC3F9C560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98960" y="5527257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37115385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813686" y="1785104"/>
            <a:ext cx="7025514" cy="1538388"/>
          </a:xfrm>
        </p:spPr>
        <p:txBody>
          <a:bodyPr tIns="45720" anchor="b">
            <a:noAutofit/>
          </a:bodyPr>
          <a:lstStyle>
            <a:lvl1pPr algn="l">
              <a:lnSpc>
                <a:spcPct val="85000"/>
              </a:lnSpc>
              <a:defRPr sz="55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Name of Section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3686" y="3429000"/>
            <a:ext cx="7025515" cy="356572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3000"/>
              </a:lnSpc>
              <a:spcBef>
                <a:spcPts val="1500"/>
              </a:spcBef>
              <a:buNone/>
              <a:defRPr sz="2400" i="1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673106"/>
            <a:ext cx="723900" cy="615553"/>
          </a:xfrm>
        </p:spPr>
        <p:txBody>
          <a:bodyPr wrap="square" r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0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7F9E8-F386-A247-93EF-E6ACDF8185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173" t="71181" b="14226"/>
          <a:stretch/>
        </p:blipFill>
        <p:spPr>
          <a:xfrm>
            <a:off x="1728000" y="4881600"/>
            <a:ext cx="10464000" cy="1000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423B8F-1573-450C-B54B-1F06542B4ACF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154632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975868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0061" y="939749"/>
            <a:ext cx="11271168" cy="63555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0061" y="1645920"/>
            <a:ext cx="11271168" cy="4495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06983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eigh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039E3A-9D70-BA4A-89F1-CCD22013E67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360663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3674642-C681-4049-B537-437CD92695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05300" y="1645920"/>
            <a:ext cx="743592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339434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5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125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FDAA029-5E9E-8940-A2D8-287324411E8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197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893D5255-D40F-684E-8DBF-B9B5F507398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0269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349293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8525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07757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784933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099805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414677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3F0619D8-FD91-48CB-9822-AD214DFDE34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729549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9851439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0061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7397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F1495176-EF9F-4736-A21A-CDE03B12A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5778628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133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5133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20205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0205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2601A773-F60B-4AE2-941D-FD2CD91F5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9756832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CD159AA-4989-874A-91C6-4F0527E9B1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3044" y="4648200"/>
            <a:ext cx="8421755" cy="316882"/>
          </a:xfrm>
        </p:spPr>
        <p:txBody>
          <a:bodyPr wrap="square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AC7E74ED-2E47-2C47-B36D-36621F1B4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3044" y="5099706"/>
            <a:ext cx="8421755" cy="157928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050" b="1" cap="all" spc="50" baseline="0">
                <a:solidFill>
                  <a:schemeClr val="tx1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3F858-27D0-7A4D-8F14-D9D21D837BB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86100" y="457200"/>
            <a:ext cx="8648700" cy="3710355"/>
          </a:xfrm>
        </p:spPr>
        <p:txBody>
          <a:bodyPr anchor="b"/>
          <a:lstStyle>
            <a:lvl1pPr marL="237744" indent="-237744">
              <a:lnSpc>
                <a:spcPct val="102000"/>
              </a:lnSpc>
              <a:spcBef>
                <a:spcPts val="1500"/>
              </a:spcBef>
              <a:buSzPct val="100000"/>
              <a:buFont typeface="Georgia" panose="02040502050405020303" pitchFamily="18" charset="0"/>
              <a:buChar char="“"/>
              <a:defRPr sz="4800">
                <a:latin typeface="+mj-lt"/>
              </a:defRPr>
            </a:lvl1pPr>
            <a:lvl2pPr marL="234950" indent="-174625">
              <a:lnSpc>
                <a:spcPct val="99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3600">
                <a:latin typeface="+mj-lt"/>
              </a:defRPr>
            </a:lvl2pPr>
            <a:lvl3pPr marL="234950" indent="-136525">
              <a:lnSpc>
                <a:spcPct val="103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2100">
                <a:latin typeface="+mj-lt"/>
              </a:defRPr>
            </a:lvl3pPr>
            <a:lvl4pPr marL="234950" indent="-1127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7139163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A52D2D6-C916-8346-80E2-74C39E0576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1" cy="6858001"/>
          </a:xfrm>
          <a:custGeom>
            <a:avLst/>
            <a:gdLst>
              <a:gd name="connsiteX0" fmla="*/ 1610536 w 5029201"/>
              <a:gd name="connsiteY0" fmla="*/ 0 h 6858001"/>
              <a:gd name="connsiteX1" fmla="*/ 5029201 w 5029201"/>
              <a:gd name="connsiteY1" fmla="*/ 0 h 6858001"/>
              <a:gd name="connsiteX2" fmla="*/ 5029201 w 5029201"/>
              <a:gd name="connsiteY2" fmla="*/ 6858001 h 6858001"/>
              <a:gd name="connsiteX3" fmla="*/ 1610532 w 5029201"/>
              <a:gd name="connsiteY3" fmla="*/ 6858001 h 6858001"/>
              <a:gd name="connsiteX4" fmla="*/ 1462816 w 5029201"/>
              <a:gd name="connsiteY4" fmla="*/ 6730194 h 6858001"/>
              <a:gd name="connsiteX5" fmla="*/ 0 w 5029201"/>
              <a:gd name="connsiteY5" fmla="*/ 3429002 h 6858001"/>
              <a:gd name="connsiteX6" fmla="*/ 1462816 w 5029201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1" h="6858001">
                <a:moveTo>
                  <a:pt x="1610536" y="0"/>
                </a:moveTo>
                <a:lnTo>
                  <a:pt x="5029201" y="0"/>
                </a:lnTo>
                <a:lnTo>
                  <a:pt x="5029201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the icon or drag and drop to add a Lam-branded photo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4231341"/>
            <a:ext cx="5524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199" y="1028700"/>
            <a:ext cx="5524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1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18CF50C0-102F-4E74-A7EC-9C020480A9B2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66202084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92FF938-1AA2-7D44-BF06-F5DD714E1D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0" cy="6858001"/>
          </a:xfrm>
          <a:custGeom>
            <a:avLst/>
            <a:gdLst>
              <a:gd name="connsiteX0" fmla="*/ 1610536 w 5029200"/>
              <a:gd name="connsiteY0" fmla="*/ 0 h 6858001"/>
              <a:gd name="connsiteX1" fmla="*/ 5029200 w 5029200"/>
              <a:gd name="connsiteY1" fmla="*/ 0 h 6858001"/>
              <a:gd name="connsiteX2" fmla="*/ 5029200 w 5029200"/>
              <a:gd name="connsiteY2" fmla="*/ 6858001 h 6858001"/>
              <a:gd name="connsiteX3" fmla="*/ 1610532 w 5029200"/>
              <a:gd name="connsiteY3" fmla="*/ 6858001 h 6858001"/>
              <a:gd name="connsiteX4" fmla="*/ 1462816 w 5029200"/>
              <a:gd name="connsiteY4" fmla="*/ 6730194 h 6858001"/>
              <a:gd name="connsiteX5" fmla="*/ 0 w 5029200"/>
              <a:gd name="connsiteY5" fmla="*/ 3429002 h 6858001"/>
              <a:gd name="connsiteX6" fmla="*/ 1462816 w 5029200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0" h="6858001">
                <a:moveTo>
                  <a:pt x="1610536" y="0"/>
                </a:moveTo>
                <a:lnTo>
                  <a:pt x="5029200" y="0"/>
                </a:lnTo>
                <a:lnTo>
                  <a:pt x="5029200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the icon or drag and drop to add a Lam-branded photo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1371600"/>
            <a:ext cx="5524500" cy="3710355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60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743245"/>
            <a:ext cx="5524500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8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0DA0ED1-FFCE-4C4F-B0B4-C22202A3B9B0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05789978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A0718E-A904-9E47-82F1-2F5C58775C08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7639" y="762000"/>
            <a:ext cx="2618461" cy="5372100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5299" y="1371600"/>
            <a:ext cx="7411843" cy="4762500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72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05299" y="743245"/>
            <a:ext cx="7411843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0E0596-C607-2140-B58F-2451490C5348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32D6638A-AB4A-4C27-853D-42D3DCF30C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660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EB1C64A-4217-6643-B104-C0738B27B98D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8970" y="761999"/>
            <a:ext cx="2607130" cy="5372101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879CF6B-7119-3B4B-B536-2B3A08D74A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05299" y="4231341"/>
            <a:ext cx="7429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5B82C2-AD94-7C4B-B694-CDB97AB96D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05299" y="1028700"/>
            <a:ext cx="7429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79ED04-3A99-144C-84DD-0F6C5E50C2F0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A8C36ED7-320E-4380-A7C6-19336D8102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7842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4334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34334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32FFFF-AB64-A542-93A4-2056AB350B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41590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AD12F973-68A6-4141-97CF-3F413DEE9E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41590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3" name="Picture 2" descr="A picture containing kitchenware&#10;&#10;Description automatically generated">
            <a:extLst>
              <a:ext uri="{FF2B5EF4-FFF2-40B4-BE49-F238E27FC236}">
                <a16:creationId xmlns:a16="http://schemas.microsoft.com/office/drawing/2014/main" id="{952603F4-BACE-49F5-AA01-702B3D854C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0826" y="474617"/>
            <a:ext cx="1865538" cy="54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2706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9223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223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7F632E-DDC9-BC40-A9A2-9B7F1AC516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6" t="70652" r="7" b="15842"/>
          <a:stretch/>
        </p:blipFill>
        <p:spPr>
          <a:xfrm>
            <a:off x="-1" y="4845132"/>
            <a:ext cx="12192001" cy="926276"/>
          </a:xfrm>
          <a:prstGeom prst="rect">
            <a:avLst/>
          </a:prstGeom>
        </p:spPr>
      </p:pic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A45EA2F1-52D2-AA4B-B71E-39C6E8D109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90060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DE87749B-D54B-E241-B030-1B663D8064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0060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DAFEB73-1B77-DB46-A749-D66BD572E0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22381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E47A985-29CD-A24C-BAFB-9558C44F583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2381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2692587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5133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0205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1377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8845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86391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33339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9293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28525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999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99229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78461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D1BC3D3-58C0-0049-BEFB-EE68A473FEC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107757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85508D5-66A4-F74F-8DE9-DB1D0813B2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5769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7508008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162798" y="457201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162798" y="2444116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162798" y="4431030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34941" y="457200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4941" y="2444478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034941" y="4431756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2904400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64701" y="457199"/>
            <a:ext cx="517009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571987" y="1922779"/>
            <a:ext cx="5162838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571987" y="338835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5034942" y="45719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5034942" y="192277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5034942" y="338835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D5A90CB-02EF-7747-A166-82C19CAD1B7A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034942" y="4853940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C3D0032D-3F40-C14A-94B4-20112DB6C03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571987" y="485393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</p:spTree>
    <p:extLst>
      <p:ext uri="{BB962C8B-B14F-4D97-AF65-F5344CB8AC3E}">
        <p14:creationId xmlns:p14="http://schemas.microsoft.com/office/powerpoint/2010/main" val="105386095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9705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9349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AC43FC0-DD45-F846-9097-A7BCD2B4A3C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70061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E47F4AA0-4A68-E342-8192-6CC7230EE1A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9705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9E0F5356-C389-064C-8BE1-A15CF996E2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29349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5528622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3197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333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89469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948B8B1B-2797-DC43-B5B3-66D62CADE55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5">
            <a:extLst>
              <a:ext uri="{FF2B5EF4-FFF2-40B4-BE49-F238E27FC236}">
                <a16:creationId xmlns:a16="http://schemas.microsoft.com/office/drawing/2014/main" id="{F6F48EB0-8981-8E48-9C6A-C8C53526986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34319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91582D7F-6C65-8E4C-ADAE-24863B5EED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21633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CB1901AB-E9DB-C847-A08A-4A60F031031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08946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195295852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773503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076945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80387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83829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0" name="Picture Placeholder 5">
            <a:extLst>
              <a:ext uri="{FF2B5EF4-FFF2-40B4-BE49-F238E27FC236}">
                <a16:creationId xmlns:a16="http://schemas.microsoft.com/office/drawing/2014/main" id="{151BBF03-B5BD-ED46-83AD-3CBFEC2038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1" name="Picture Placeholder 5">
            <a:extLst>
              <a:ext uri="{FF2B5EF4-FFF2-40B4-BE49-F238E27FC236}">
                <a16:creationId xmlns:a16="http://schemas.microsoft.com/office/drawing/2014/main" id="{5370DC5B-8536-174B-9389-3D5708C8B33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77350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2" name="Picture Placeholder 5">
            <a:extLst>
              <a:ext uri="{FF2B5EF4-FFF2-40B4-BE49-F238E27FC236}">
                <a16:creationId xmlns:a16="http://schemas.microsoft.com/office/drawing/2014/main" id="{CDA008E6-3A9C-8E4F-A76D-AF654918D2E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076945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3" name="Picture Placeholder 5">
            <a:extLst>
              <a:ext uri="{FF2B5EF4-FFF2-40B4-BE49-F238E27FC236}">
                <a16:creationId xmlns:a16="http://schemas.microsoft.com/office/drawing/2014/main" id="{8CB4003F-B5B3-B04A-994D-D16287C1F333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8038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F5744648-8088-2E4F-B87E-1364FAA9F1C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68382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650545804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54231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57800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42936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0054252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257800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642936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459EC634-3048-D346-B784-082073FA9F3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054252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7" name="Picture Placeholder 5">
            <a:extLst>
              <a:ext uri="{FF2B5EF4-FFF2-40B4-BE49-F238E27FC236}">
                <a16:creationId xmlns:a16="http://schemas.microsoft.com/office/drawing/2014/main" id="{34DC33E8-D423-9B40-87E5-1D94061C298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57800" y="3435096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E6F2096-D9C7-8E49-AFCA-62B8FE4E987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257800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FB40099E-0266-A147-9A72-BC2F9D2233D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42936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CC2E3A56-77D8-2C45-8669-B7C335914B1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0054252" y="471757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0625094E-F66D-8E4E-8D13-805B9CEB83F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2936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BF143E8C-E2D8-1C45-8A51-42C2D1DAA59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54252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446579165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813336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4333691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76274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3611880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9705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9705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75C92760-7FAF-3541-A0D0-29535DE0300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9349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57453D9-6621-174C-8ADE-72FF8E604E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FF24BD57-4EBC-1245-B2DC-98FA8B45045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4C06C85C-C218-E94F-A960-B25247EB48F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9349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209557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07464"/>
            <a:ext cx="5513832" cy="4326635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361802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27397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9898234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99705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9705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F00831EC-E70F-3E4C-B9F6-8C8B03E506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1782855"/>
            <a:ext cx="3611879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5B036FC-5EAD-5943-9AEF-DB447DF73899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129349" y="4268441"/>
            <a:ext cx="3611879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CD4BC48-0796-EF45-A904-895FF6EA10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8A96A10-3A26-884D-AA06-4B354367E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29349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8866769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8125714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Midn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0F2064-8578-D349-A66C-E9235DAC75C6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F3FE16-2061-4803-8046-24A32ADDD8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68931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A36ECF9-CFEB-B64A-8A5E-CEA304E755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00497" y="4648200"/>
            <a:ext cx="8408269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additional information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789E31-437E-0448-98BC-C92EE33EF7E0}"/>
              </a:ext>
            </a:extLst>
          </p:cNvPr>
          <p:cNvSpPr txBox="1"/>
          <p:nvPr userDrawn="1"/>
        </p:nvSpPr>
        <p:spPr>
          <a:xfrm>
            <a:off x="3281448" y="2404728"/>
            <a:ext cx="7231727" cy="20928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13300" kern="1200" spc="0">
                <a:solidFill>
                  <a:schemeClr val="bg1"/>
                </a:solidFill>
                <a:latin typeface="+mj-lt"/>
              </a:rPr>
              <a:t>Q&amp;A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94425B-5FE4-4541-BFC3-E8ED68B4F76C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FB09F7-1AF4-433A-B921-5EF05D2937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A99C7E5-6A31-452C-9AEB-01C539A574A8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32402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E24339E2-63A3-491D-9B4E-A524F5B5CCF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6553" y="4876801"/>
            <a:ext cx="2647619" cy="1039906"/>
          </a:xfrm>
          <a:prstGeom prst="rect">
            <a:avLst/>
          </a:prstGeom>
        </p:spPr>
      </p:pic>
      <p:sp>
        <p:nvSpPr>
          <p:cNvPr id="619" name="Rectangle 618">
            <a:extLst>
              <a:ext uri="{FF2B5EF4-FFF2-40B4-BE49-F238E27FC236}">
                <a16:creationId xmlns:a16="http://schemas.microsoft.com/office/drawing/2014/main" id="{01BF27D4-12E1-1840-BBD2-49B712CFD37F}"/>
              </a:ext>
            </a:extLst>
          </p:cNvPr>
          <p:cNvSpPr/>
          <p:nvPr userDrawn="1"/>
        </p:nvSpPr>
        <p:spPr bwMode="auto">
          <a:xfrm>
            <a:off x="11827565" y="4542182"/>
            <a:ext cx="364435" cy="2315817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D2A313-E146-DD40-BC83-9C0E3FE534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9485" t="71111" b="13725"/>
          <a:stretch/>
        </p:blipFill>
        <p:spPr>
          <a:xfrm>
            <a:off x="3594846" y="4876800"/>
            <a:ext cx="8597153" cy="10399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4339BB-005D-403D-8731-A35D7974F0FD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87590925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E5E1EB6-86DD-1E48-A238-81347E313515}"/>
              </a:ext>
            </a:extLst>
          </p:cNvPr>
          <p:cNvGrpSpPr/>
          <p:nvPr userDrawn="1"/>
        </p:nvGrpSpPr>
        <p:grpSpPr>
          <a:xfrm>
            <a:off x="-646" y="0"/>
            <a:ext cx="12182357" cy="6860238"/>
            <a:chOff x="-646" y="0"/>
            <a:chExt cx="12182357" cy="6860238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399D9F0-3882-7441-A617-D6F5006909D9}"/>
                </a:ext>
              </a:extLst>
            </p:cNvPr>
            <p:cNvGrpSpPr/>
            <p:nvPr userDrawn="1"/>
          </p:nvGrpSpPr>
          <p:grpSpPr>
            <a:xfrm>
              <a:off x="-646" y="0"/>
              <a:ext cx="12182357" cy="6860238"/>
              <a:chOff x="-646" y="0"/>
              <a:chExt cx="12182357" cy="6860238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65F366D-BE99-B74C-A22A-0135D298A8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200" y="2238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97B1D56-85E1-EE4E-ADAC-BEBC3C36D1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45943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B00246B-2232-C949-BE21-F1D7888F16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31752" y="0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6003C654-824E-C449-A062-22ED4750CE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12871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7C0E3F7-E683-AD4B-8399-51FA6D0825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449890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FCE5279-9F9C-D941-855A-208745F8D8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522253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0DAAE83-F53E-A040-8C76-6A782C8787FA}"/>
                </a:ext>
              </a:extLst>
            </p:cNvPr>
            <p:cNvGrpSpPr/>
            <p:nvPr userDrawn="1"/>
          </p:nvGrpSpPr>
          <p:grpSpPr>
            <a:xfrm>
              <a:off x="463633" y="457207"/>
              <a:ext cx="11271167" cy="5667659"/>
              <a:chOff x="463633" y="457207"/>
              <a:chExt cx="11271167" cy="5667659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D3D569A-D1D2-6142-B0E1-513AB00783FF}"/>
                  </a:ext>
                </a:extLst>
              </p:cNvPr>
              <p:cNvSpPr/>
              <p:nvPr/>
            </p:nvSpPr>
            <p:spPr>
              <a:xfrm>
                <a:off x="46363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AB435EFD-B0A3-7641-9634-1F65658E8148}"/>
                  </a:ext>
                </a:extLst>
              </p:cNvPr>
              <p:cNvSpPr/>
              <p:nvPr/>
            </p:nvSpPr>
            <p:spPr>
              <a:xfrm>
                <a:off x="142196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93266C3-DF80-064A-BC90-7B2173ADA74E}"/>
                  </a:ext>
                </a:extLst>
              </p:cNvPr>
              <p:cNvSpPr/>
              <p:nvPr/>
            </p:nvSpPr>
            <p:spPr>
              <a:xfrm>
                <a:off x="238030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E269D16-E7E0-A94F-A713-1493209085E9}"/>
                  </a:ext>
                </a:extLst>
              </p:cNvPr>
              <p:cNvSpPr/>
              <p:nvPr/>
            </p:nvSpPr>
            <p:spPr>
              <a:xfrm>
                <a:off x="333864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F9196236-7266-9241-AEC0-BAF6BE880AEB}"/>
                  </a:ext>
                </a:extLst>
              </p:cNvPr>
              <p:cNvSpPr/>
              <p:nvPr/>
            </p:nvSpPr>
            <p:spPr>
              <a:xfrm>
                <a:off x="429697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BF106C4C-B243-DF43-B76D-8CAC97BFD48B}"/>
                  </a:ext>
                </a:extLst>
              </p:cNvPr>
              <p:cNvSpPr/>
              <p:nvPr/>
            </p:nvSpPr>
            <p:spPr>
              <a:xfrm>
                <a:off x="525531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514700E-826C-3348-9238-25D94D073C4A}"/>
                  </a:ext>
                </a:extLst>
              </p:cNvPr>
              <p:cNvSpPr/>
              <p:nvPr/>
            </p:nvSpPr>
            <p:spPr>
              <a:xfrm>
                <a:off x="621364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1AAE9F4-AB83-DB4F-BD99-8A741F3811EC}"/>
                  </a:ext>
                </a:extLst>
              </p:cNvPr>
              <p:cNvSpPr/>
              <p:nvPr/>
            </p:nvSpPr>
            <p:spPr>
              <a:xfrm>
                <a:off x="717198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25520C19-14F3-274C-BD72-4271AC279966}"/>
                  </a:ext>
                </a:extLst>
              </p:cNvPr>
              <p:cNvSpPr/>
              <p:nvPr/>
            </p:nvSpPr>
            <p:spPr>
              <a:xfrm>
                <a:off x="813032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6A08F32-E8CD-EF4B-84D8-7294C75BE2DB}"/>
                  </a:ext>
                </a:extLst>
              </p:cNvPr>
              <p:cNvSpPr/>
              <p:nvPr/>
            </p:nvSpPr>
            <p:spPr>
              <a:xfrm>
                <a:off x="908865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32B71B-174C-CC42-A610-8038C8040716}"/>
                  </a:ext>
                </a:extLst>
              </p:cNvPr>
              <p:cNvSpPr/>
              <p:nvPr/>
            </p:nvSpPr>
            <p:spPr>
              <a:xfrm>
                <a:off x="1004699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61FA5E39-522D-BE4C-8712-A41847F94C7D}"/>
                  </a:ext>
                </a:extLst>
              </p:cNvPr>
              <p:cNvSpPr/>
              <p:nvPr/>
            </p:nvSpPr>
            <p:spPr>
              <a:xfrm>
                <a:off x="11005328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89CEEC7-4829-4F42-96D2-2EF48D009B26}"/>
                </a:ext>
              </a:extLst>
            </p:cNvPr>
            <p:cNvGrpSpPr/>
            <p:nvPr userDrawn="1"/>
          </p:nvGrpSpPr>
          <p:grpSpPr>
            <a:xfrm>
              <a:off x="828369" y="457207"/>
              <a:ext cx="10541695" cy="6400788"/>
              <a:chOff x="828369" y="457207"/>
              <a:chExt cx="10541695" cy="5669269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FABCADB-7DAD-4D4B-96D0-3E3A129D47FC}"/>
                  </a:ext>
                </a:extLst>
              </p:cNvPr>
              <p:cNvCxnSpPr/>
              <p:nvPr/>
            </p:nvCxnSpPr>
            <p:spPr>
              <a:xfrm>
                <a:off x="82836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45F0F4FE-2B77-154C-B92C-7CBE09D6C968}"/>
                  </a:ext>
                </a:extLst>
              </p:cNvPr>
              <p:cNvCxnSpPr/>
              <p:nvPr/>
            </p:nvCxnSpPr>
            <p:spPr>
              <a:xfrm>
                <a:off x="11370064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244740F9-A998-D04C-A20D-4D0C26243169}"/>
                  </a:ext>
                </a:extLst>
              </p:cNvPr>
              <p:cNvCxnSpPr/>
              <p:nvPr/>
            </p:nvCxnSpPr>
            <p:spPr>
              <a:xfrm>
                <a:off x="10411729" y="45881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85838C49-97F8-184E-86B5-2625987EEAE1}"/>
                  </a:ext>
                </a:extLst>
              </p:cNvPr>
              <p:cNvCxnSpPr/>
              <p:nvPr/>
            </p:nvCxnSpPr>
            <p:spPr>
              <a:xfrm>
                <a:off x="945339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0AFBB14F-75B2-7F4F-8275-DB95388A7FEC}"/>
                  </a:ext>
                </a:extLst>
              </p:cNvPr>
              <p:cNvCxnSpPr/>
              <p:nvPr/>
            </p:nvCxnSpPr>
            <p:spPr>
              <a:xfrm>
                <a:off x="849505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720A32F-F088-B34A-AF8C-C38B06AB0E67}"/>
                  </a:ext>
                </a:extLst>
              </p:cNvPr>
              <p:cNvCxnSpPr/>
              <p:nvPr/>
            </p:nvCxnSpPr>
            <p:spPr>
              <a:xfrm>
                <a:off x="753672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A901A35-22FA-EE46-A1A2-8E1BF48E891F}"/>
                  </a:ext>
                </a:extLst>
              </p:cNvPr>
              <p:cNvCxnSpPr/>
              <p:nvPr/>
            </p:nvCxnSpPr>
            <p:spPr>
              <a:xfrm>
                <a:off x="657838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6C2E617-0178-E848-ADBE-30E49DA5F052}"/>
                  </a:ext>
                </a:extLst>
              </p:cNvPr>
              <p:cNvCxnSpPr/>
              <p:nvPr/>
            </p:nvCxnSpPr>
            <p:spPr>
              <a:xfrm>
                <a:off x="562004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E0B506F5-FA91-DF4B-94B3-A2A952B6958A}"/>
                  </a:ext>
                </a:extLst>
              </p:cNvPr>
              <p:cNvCxnSpPr/>
              <p:nvPr/>
            </p:nvCxnSpPr>
            <p:spPr>
              <a:xfrm>
                <a:off x="466171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A5E46D47-A617-7D47-B276-C2C995B2CB91}"/>
                  </a:ext>
                </a:extLst>
              </p:cNvPr>
              <p:cNvCxnSpPr/>
              <p:nvPr/>
            </p:nvCxnSpPr>
            <p:spPr>
              <a:xfrm>
                <a:off x="370337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787B8BEA-AF3E-8749-8172-265F4A449576}"/>
                  </a:ext>
                </a:extLst>
              </p:cNvPr>
              <p:cNvCxnSpPr/>
              <p:nvPr/>
            </p:nvCxnSpPr>
            <p:spPr>
              <a:xfrm>
                <a:off x="274504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CF45F12-A9D6-C249-8B29-54CE2EDB948C}"/>
                  </a:ext>
                </a:extLst>
              </p:cNvPr>
              <p:cNvCxnSpPr/>
              <p:nvPr/>
            </p:nvCxnSpPr>
            <p:spPr>
              <a:xfrm>
                <a:off x="178670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0CCD2187-349A-544D-845C-0572A0947D8A}"/>
                </a:ext>
              </a:extLst>
            </p:cNvPr>
            <p:cNvGrpSpPr/>
            <p:nvPr userDrawn="1"/>
          </p:nvGrpSpPr>
          <p:grpSpPr>
            <a:xfrm>
              <a:off x="457200" y="457207"/>
              <a:ext cx="11277600" cy="5667707"/>
              <a:chOff x="-769" y="454969"/>
              <a:chExt cx="12182357" cy="5667707"/>
            </a:xfrm>
          </p:grpSpPr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D3BB9EAC-193A-3645-8A2E-6532722E8B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54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87049D14-1D9C-984B-94BE-83E4E5F09E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753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57E686EA-216E-044E-921D-F7581B9296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051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59ABEF7-EF1D-174F-A359-224F272C27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349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32BB7574-F59D-FD45-8A77-D57F59F48E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648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CFE78B75-E830-E948-86F4-C037F62450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946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6B3CE65-B675-F447-BFA5-48CDE088E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244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462C12E5-7AC9-B04E-B7BD-0CD1B3F56E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543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A60479D6-8406-C845-AA81-7657FA74C4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841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3CB4F64A-FE07-FD4E-896D-191C4AEA66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1396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9FA1C5ED-9FEF-4643-A78D-CF19072750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437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5564D3E9-94BA-1B40-A999-AB10E979EE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736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6CDAA2EA-C03A-FF41-8163-C015B9F84B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034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EC5FFB9C-999E-3842-9840-864F6C365F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332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34D109CA-3985-444D-985B-A69A746578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631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4132CEFC-E306-0440-9D07-946486691E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929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BFBF2DBF-63D4-1645-90C3-D8A358A51B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227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738F7DD7-1E5E-6840-99CB-6FB7D4657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526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75289685-C0E9-A842-A0BB-D72077480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824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031687B6-2A24-AD41-8D65-55B4CF06B1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6122676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6883719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FEC613E5-A858-4C18-8780-1ED1FB15FF27}"/>
              </a:ext>
            </a:extLst>
          </p:cNvPr>
          <p:cNvPicPr>
            <a:picLocks noChangeAspect="1"/>
          </p:cNvPicPr>
          <p:nvPr userDrawn="1"/>
        </p:nvPicPr>
        <p:blipFill>
          <a:blip r:embed="rId4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470061" y="330817"/>
            <a:ext cx="11271168" cy="523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470061" y="1638299"/>
            <a:ext cx="11271168" cy="4493589"/>
          </a:xfrm>
          <a:prstGeom prst="rect">
            <a:avLst/>
          </a:prstGeom>
        </p:spPr>
        <p:txBody>
          <a:bodyPr vert="horz" lIns="0" tIns="0" rIns="91440" bIns="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370064" y="6426328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DDB31B-E474-5247-9B58-DD08E7458821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sp>
        <p:nvSpPr>
          <p:cNvPr id="9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7A09443-25A1-457D-B1C4-DFF125088D6F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922502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815" r:id="rId2"/>
    <p:sldLayoutId id="2147483798" r:id="rId3"/>
    <p:sldLayoutId id="2147483797" r:id="rId4"/>
    <p:sldLayoutId id="2147483783" r:id="rId5"/>
    <p:sldLayoutId id="2147483683" r:id="rId6"/>
    <p:sldLayoutId id="2147483684" r:id="rId7"/>
    <p:sldLayoutId id="2147483819" r:id="rId8"/>
    <p:sldLayoutId id="2147483685" r:id="rId9"/>
    <p:sldLayoutId id="2147483784" r:id="rId10"/>
    <p:sldLayoutId id="2147483687" r:id="rId11"/>
    <p:sldLayoutId id="2147483688" r:id="rId12"/>
    <p:sldLayoutId id="2147483818" r:id="rId13"/>
    <p:sldLayoutId id="2147483792" r:id="rId14"/>
    <p:sldLayoutId id="2147483793" r:id="rId15"/>
    <p:sldLayoutId id="2147483795" r:id="rId16"/>
    <p:sldLayoutId id="2147483802" r:id="rId17"/>
    <p:sldLayoutId id="2147483811" r:id="rId18"/>
    <p:sldLayoutId id="2147483812" r:id="rId19"/>
    <p:sldLayoutId id="2147483813" r:id="rId20"/>
    <p:sldLayoutId id="2147483800" r:id="rId21"/>
    <p:sldLayoutId id="2147483801" r:id="rId22"/>
    <p:sldLayoutId id="2147483789" r:id="rId23"/>
    <p:sldLayoutId id="2147483805" r:id="rId24"/>
    <p:sldLayoutId id="2147483790" r:id="rId25"/>
    <p:sldLayoutId id="2147483806" r:id="rId26"/>
    <p:sldLayoutId id="2147483786" r:id="rId27"/>
    <p:sldLayoutId id="2147483787" r:id="rId28"/>
    <p:sldLayoutId id="2147483785" r:id="rId29"/>
    <p:sldLayoutId id="2147483788" r:id="rId30"/>
    <p:sldLayoutId id="2147483803" r:id="rId31"/>
    <p:sldLayoutId id="2147483810" r:id="rId32"/>
    <p:sldLayoutId id="2147483807" r:id="rId33"/>
    <p:sldLayoutId id="2147483808" r:id="rId34"/>
    <p:sldLayoutId id="2147483809" r:id="rId35"/>
    <p:sldLayoutId id="2147483686" r:id="rId36"/>
    <p:sldLayoutId id="2147483791" r:id="rId37"/>
    <p:sldLayoutId id="2147483816" r:id="rId38"/>
    <p:sldLayoutId id="2147483699" r:id="rId39"/>
    <p:sldLayoutId id="2147483702" r:id="rId40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350" indent="-635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Pct val="80000"/>
        <a:buFont typeface="Arial" panose="020B0604020202020204" pitchFamily="34" charset="0"/>
        <a:buChar char="​"/>
        <a:tabLst/>
        <a:defRPr lang="en-US" sz="1600" b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292100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4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465138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–"/>
        <a:tabLst/>
        <a:defRPr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6350" indent="-6350" algn="l" defTabSz="914400" rtl="0" eaLnBrk="1" latinLnBrk="0" hangingPunct="1">
        <a:lnSpc>
          <a:spcPct val="103000"/>
        </a:lnSpc>
        <a:spcBef>
          <a:spcPts val="1500"/>
        </a:spcBef>
        <a:spcAft>
          <a:spcPts val="0"/>
        </a:spcAft>
        <a:buClr>
          <a:schemeClr val="accent3"/>
        </a:buClr>
        <a:buFont typeface="Arial" panose="020B0604020202020204" pitchFamily="34" charset="0"/>
        <a:buChar char="​"/>
        <a:tabLst/>
        <a:defRPr lang="en-US" sz="2100" b="0" kern="1200" dirty="0" smtClean="0">
          <a:solidFill>
            <a:schemeClr val="accent2"/>
          </a:solidFill>
          <a:latin typeface="+mj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+"/>
        <a:tabLst/>
        <a:defRPr lang="en-US" sz="1600" b="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5"/>
        </a:buClr>
        <a:buFont typeface="Arial" panose="020B0604020202020204" pitchFamily="34" charset="0"/>
        <a:buChar char="×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b="1" kern="1200" cap="all" spc="50" baseline="0">
          <a:solidFill>
            <a:schemeClr val="tx1"/>
          </a:solidFill>
          <a:latin typeface="+mn-lt"/>
          <a:ea typeface="+mn-ea"/>
          <a:cs typeface="+mn-cs"/>
        </a:defRPr>
      </a:lvl7pPr>
      <a:lvl8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38125" indent="-238125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288" userDrawn="1">
          <p15:clr>
            <a:srgbClr val="F26B43"/>
          </p15:clr>
        </p15:guide>
        <p15:guide id="3" pos="3840" userDrawn="1">
          <p15:clr>
            <a:srgbClr val="F26B43"/>
          </p15:clr>
        </p15:guide>
        <p15:guide id="4" pos="3768" userDrawn="1">
          <p15:clr>
            <a:srgbClr val="F26B43"/>
          </p15:clr>
        </p15:guide>
        <p15:guide id="5" pos="3912" userDrawn="1">
          <p15:clr>
            <a:srgbClr val="F26B43"/>
          </p15:clr>
        </p15:guide>
        <p15:guide id="6" pos="3312" userDrawn="1">
          <p15:clr>
            <a:srgbClr val="F26B43"/>
          </p15:clr>
        </p15:guide>
        <p15:guide id="7" pos="3168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2568" userDrawn="1">
          <p15:clr>
            <a:srgbClr val="F26B43"/>
          </p15:clr>
        </p15:guide>
        <p15:guide id="10" pos="2088" userDrawn="1">
          <p15:clr>
            <a:srgbClr val="F26B43"/>
          </p15:clr>
        </p15:guide>
        <p15:guide id="11" pos="1944" userDrawn="1">
          <p15:clr>
            <a:srgbClr val="F26B43"/>
          </p15:clr>
        </p15:guide>
        <p15:guide id="12" pos="1488" userDrawn="1">
          <p15:clr>
            <a:srgbClr val="F26B43"/>
          </p15:clr>
        </p15:guide>
        <p15:guide id="13" pos="1344" userDrawn="1">
          <p15:clr>
            <a:srgbClr val="F26B43"/>
          </p15:clr>
        </p15:guide>
        <p15:guide id="14" pos="888" userDrawn="1">
          <p15:clr>
            <a:srgbClr val="F26B43"/>
          </p15:clr>
        </p15:guide>
        <p15:guide id="15" pos="744" userDrawn="1">
          <p15:clr>
            <a:srgbClr val="F26B43"/>
          </p15:clr>
        </p15:guide>
        <p15:guide id="16" pos="288" userDrawn="1">
          <p15:clr>
            <a:srgbClr val="F26B43"/>
          </p15:clr>
        </p15:guide>
        <p15:guide id="17" pos="4368" userDrawn="1">
          <p15:clr>
            <a:srgbClr val="F26B43"/>
          </p15:clr>
        </p15:guide>
        <p15:guide id="18" pos="4512" userDrawn="1">
          <p15:clr>
            <a:srgbClr val="F26B43"/>
          </p15:clr>
        </p15:guide>
        <p15:guide id="19" pos="4968" userDrawn="1">
          <p15:clr>
            <a:srgbClr val="F26B43"/>
          </p15:clr>
        </p15:guide>
        <p15:guide id="20" pos="5112" userDrawn="1">
          <p15:clr>
            <a:srgbClr val="F26B43"/>
          </p15:clr>
        </p15:guide>
        <p15:guide id="21" pos="5568" userDrawn="1">
          <p15:clr>
            <a:srgbClr val="F26B43"/>
          </p15:clr>
        </p15:guide>
        <p15:guide id="22" pos="5712" userDrawn="1">
          <p15:clr>
            <a:srgbClr val="F26B43"/>
          </p15:clr>
        </p15:guide>
        <p15:guide id="23" pos="6192" userDrawn="1">
          <p15:clr>
            <a:srgbClr val="F26B43"/>
          </p15:clr>
        </p15:guide>
        <p15:guide id="24" pos="6336" userDrawn="1">
          <p15:clr>
            <a:srgbClr val="F26B43"/>
          </p15:clr>
        </p15:guide>
        <p15:guide id="25" pos="6792" userDrawn="1">
          <p15:clr>
            <a:srgbClr val="F26B43"/>
          </p15:clr>
        </p15:guide>
        <p15:guide id="26" pos="6936" userDrawn="1">
          <p15:clr>
            <a:srgbClr val="F26B43"/>
          </p15:clr>
        </p15:guide>
        <p15:guide id="27" pos="7392" userDrawn="1">
          <p15:clr>
            <a:srgbClr val="F26B43"/>
          </p15:clr>
        </p15:guide>
        <p15:guide id="28" orient="horz" pos="4104" userDrawn="1">
          <p15:clr>
            <a:srgbClr val="F26B43"/>
          </p15:clr>
        </p15:guide>
        <p15:guide id="29" orient="horz" pos="4056" userDrawn="1">
          <p15:clr>
            <a:srgbClr val="F26B43"/>
          </p15:clr>
        </p15:guide>
        <p15:guide id="30" orient="horz" pos="3864" userDrawn="1">
          <p15:clr>
            <a:srgbClr val="F26B43"/>
          </p15:clr>
        </p15:guide>
        <p15:guide id="31" orient="horz" pos="3672" userDrawn="1">
          <p15:clr>
            <a:srgbClr val="F26B43"/>
          </p15:clr>
        </p15:guide>
        <p15:guide id="32" orient="horz" pos="3480" userDrawn="1">
          <p15:clr>
            <a:srgbClr val="F26B43"/>
          </p15:clr>
        </p15:guide>
        <p15:guide id="33" orient="horz" pos="3288" userDrawn="1">
          <p15:clr>
            <a:srgbClr val="F26B43"/>
          </p15:clr>
        </p15:guide>
        <p15:guide id="34" orient="horz" pos="3120" userDrawn="1">
          <p15:clr>
            <a:srgbClr val="F26B43"/>
          </p15:clr>
        </p15:guide>
        <p15:guide id="35" orient="horz" pos="2928" userDrawn="1">
          <p15:clr>
            <a:srgbClr val="F26B43"/>
          </p15:clr>
        </p15:guide>
        <p15:guide id="36" orient="horz" pos="2544" userDrawn="1">
          <p15:clr>
            <a:srgbClr val="F26B43"/>
          </p15:clr>
        </p15:guide>
        <p15:guide id="37" orient="horz" pos="2352" userDrawn="1">
          <p15:clr>
            <a:srgbClr val="F26B43"/>
          </p15:clr>
        </p15:guide>
        <p15:guide id="38" orient="horz" pos="2736" userDrawn="1">
          <p15:clr>
            <a:srgbClr val="F26B43"/>
          </p15:clr>
        </p15:guide>
        <p15:guide id="39" orient="horz" pos="1992" userDrawn="1">
          <p15:clr>
            <a:srgbClr val="F26B43"/>
          </p15:clr>
        </p15:guide>
        <p15:guide id="40" orient="horz" pos="1800" userDrawn="1">
          <p15:clr>
            <a:srgbClr val="F26B43"/>
          </p15:clr>
        </p15:guide>
        <p15:guide id="41" orient="horz" pos="1608" userDrawn="1">
          <p15:clr>
            <a:srgbClr val="F26B43"/>
          </p15:clr>
        </p15:guide>
        <p15:guide id="42" orient="horz" pos="1416" userDrawn="1">
          <p15:clr>
            <a:srgbClr val="F26B43"/>
          </p15:clr>
        </p15:guide>
        <p15:guide id="43" orient="horz" pos="1224" userDrawn="1">
          <p15:clr>
            <a:srgbClr val="F26B43"/>
          </p15:clr>
        </p15:guide>
        <p15:guide id="44" orient="horz" pos="1032" userDrawn="1">
          <p15:clr>
            <a:srgbClr val="F26B43"/>
          </p15:clr>
        </p15:guide>
        <p15:guide id="45" orient="horz" pos="864" userDrawn="1">
          <p15:clr>
            <a:srgbClr val="F26B43"/>
          </p15:clr>
        </p15:guide>
        <p15:guide id="46" orient="horz" pos="672" userDrawn="1">
          <p15:clr>
            <a:srgbClr val="F26B43"/>
          </p15:clr>
        </p15:guide>
        <p15:guide id="47" orient="horz" pos="4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92CF-A4D1-B044-9637-B54705370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/>
              <a:t>교육 운영 결과보고서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891A5-E45B-234B-9786-A4F69A379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9104484" cy="409343"/>
          </a:xfrm>
        </p:spPr>
        <p:txBody>
          <a:bodyPr/>
          <a:lstStyle/>
          <a:p>
            <a:r>
              <a:rPr lang="en-US" altLang="ko-KR" sz="2800" i="0" dirty="0" err="1">
                <a:latin typeface="+mn-ea"/>
              </a:rPr>
              <a:t>class_name</a:t>
            </a:r>
            <a:endParaRPr lang="ko-KR" altLang="en-US" sz="2800" i="0" dirty="0">
              <a:latin typeface="+mn-ea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803D0A-6873-409B-B06D-6525AC53ED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클릭컨설팅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A41A7C-8475-4833-A8F5-836138F105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805" y="5965979"/>
            <a:ext cx="8382000" cy="184474"/>
          </a:xfrm>
        </p:spPr>
        <p:txBody>
          <a:bodyPr/>
          <a:lstStyle/>
          <a:p>
            <a:r>
              <a:rPr lang="en-US" altLang="ko-KR" dirty="0"/>
              <a:t>Jun</a:t>
            </a:r>
            <a:r>
              <a:rPr lang="ko-KR" altLang="en-US" dirty="0"/>
              <a:t> </a:t>
            </a:r>
            <a:r>
              <a:rPr lang="en-US" dirty="0"/>
              <a:t>202</a:t>
            </a:r>
            <a:r>
              <a:rPr lang="en-US" altLang="ko-KR" dirty="0"/>
              <a:t>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8273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A95BF9-20D6-C5CB-FFE1-9E0FAD688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354F04-BFA7-C5A5-473D-FEFB7F2CF7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15333-CA6B-2F89-FDA0-711E548E60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과정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603BC1-4206-C079-9EF4-7D4429BB3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BE03E6A2-44FE-BB73-BB5F-86F1D3FBC8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만족도 결과 요약 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6EB182F-5B13-7756-6684-834A149B8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C6F19E-A55C-6577-8228-F9CF30528D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ko-KR" altLang="en-US" dirty="0"/>
              <a:t>문항별 세부 결과 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3EA355-A45A-3A02-9A62-564702C8E1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116D424-B047-48FF-E283-3919278B4C0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/>
              <a:t>현장 이슈 대응 및 제언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AD88D6DF-6BA3-162A-D6F3-D00F677778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1C1170F-6130-C04B-D095-D295EBBAE72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ko-KR" altLang="en-US" dirty="0"/>
              <a:t>운영 비용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21D872BE-8E8F-B5D9-C014-E7A75DBB09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altLang="ko-KR" dirty="0"/>
              <a:t>cf.</a:t>
            </a:r>
            <a:endParaRPr lang="ko-KR" altLang="en-US" dirty="0"/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A5B481F-573E-B290-BF82-A22B34BDC25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361796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altLang="ko-KR" noProof="0" dirty="0"/>
              <a:t>1. </a:t>
            </a:r>
            <a:r>
              <a:rPr lang="en-US" altLang="ko-KR" dirty="0" err="1">
                <a:latin typeface="+mj-ea"/>
              </a:rPr>
              <a:t>class_name</a:t>
            </a:r>
            <a:r>
              <a:rPr lang="ko-KR" altLang="en-US" dirty="0">
                <a:latin typeface="+mj-ea"/>
              </a:rPr>
              <a:t> </a:t>
            </a:r>
            <a:r>
              <a:rPr lang="ko-KR" altLang="en-US" noProof="0" dirty="0"/>
              <a:t>과정 개요  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8FE7F99-187E-CB73-B7D4-390499E9C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320618"/>
              </p:ext>
            </p:extLst>
          </p:nvPr>
        </p:nvGraphicFramePr>
        <p:xfrm>
          <a:off x="6374398" y="1987468"/>
          <a:ext cx="4946117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02">
                  <a:extLst>
                    <a:ext uri="{9D8B030D-6E8A-4147-A177-3AD203B41FA5}">
                      <a16:colId xmlns:a16="http://schemas.microsoft.com/office/drawing/2014/main" val="2064343318"/>
                    </a:ext>
                  </a:extLst>
                </a:gridCol>
                <a:gridCol w="3903715">
                  <a:extLst>
                    <a:ext uri="{9D8B030D-6E8A-4147-A177-3AD203B41FA5}">
                      <a16:colId xmlns:a16="http://schemas.microsoft.com/office/drawing/2014/main" val="3077634365"/>
                    </a:ext>
                  </a:extLst>
                </a:gridCol>
              </a:tblGrid>
              <a:tr h="254640"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 Medium" panose="02000003000000020004" pitchFamily="2" charset="-127"/>
                        </a:rPr>
                        <a:t>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" panose="02000003000000020004" pitchFamily="2" charset="-127"/>
                        </a:rPr>
                        <a:t>내용</a:t>
                      </a:r>
                      <a:endParaRPr kumimoji="0" lang="en-US" altLang="ko-KR" sz="900" b="1" i="0" u="none" strike="noStrike" kern="11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544170"/>
                  </a:ext>
                </a:extLst>
              </a:tr>
              <a:tr h="87670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09:00~</a:t>
                      </a: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</a:t>
                      </a: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:00</a:t>
                      </a:r>
                      <a:endParaRPr kumimoji="0" lang="ko-KR" altLang="en-US" sz="900" b="1" i="0" u="none" strike="noStrike" kern="1100" cap="none" spc="-9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7974710"/>
                  </a:ext>
                </a:extLst>
              </a:tr>
              <a:tr h="949758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11:00~12:00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039774"/>
                  </a:ext>
                </a:extLst>
              </a:tr>
              <a:tr h="26192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12:00~13:00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점심시간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029340"/>
                  </a:ext>
                </a:extLst>
              </a:tr>
              <a:tr h="84616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13:00~15:00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8724418"/>
                  </a:ext>
                </a:extLst>
              </a:tr>
              <a:tr h="102281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15:00~17:30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695811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88DD8A57-867D-8092-19E8-29CB5AF86770}"/>
              </a:ext>
            </a:extLst>
          </p:cNvPr>
          <p:cNvGrpSpPr/>
          <p:nvPr/>
        </p:nvGrpSpPr>
        <p:grpSpPr>
          <a:xfrm>
            <a:off x="842736" y="1950433"/>
            <a:ext cx="5072872" cy="663512"/>
            <a:chOff x="1262300" y="5339449"/>
            <a:chExt cx="4638770" cy="606733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B4C0D7-D5B1-6A41-3EA3-FA2AEF70A62C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목</a:t>
              </a:r>
              <a:r>
                <a:rPr lang="ko-KR" altLang="en-US" sz="1200" spc="-6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latin typeface="+mj-ea"/>
                  <a:ea typeface="+mj-ea"/>
                </a:rPr>
                <a:t>적</a:t>
              </a:r>
              <a:endPara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C73B1FE-451A-A461-5192-E6AD732A5AE0}"/>
                </a:ext>
              </a:extLst>
            </p:cNvPr>
            <p:cNvSpPr txBox="1"/>
            <p:nvPr/>
          </p:nvSpPr>
          <p:spPr>
            <a:xfrm>
              <a:off x="2120484" y="5431736"/>
              <a:ext cx="3780586" cy="253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</a:rPr>
                <a:t>//</a:t>
              </a:r>
            </a:p>
          </p:txBody>
        </p: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7A9E4DE-3B35-0C9B-A53F-0CB225CAC722}"/>
              </a:ext>
            </a:extLst>
          </p:cNvPr>
          <p:cNvSpPr/>
          <p:nvPr/>
        </p:nvSpPr>
        <p:spPr>
          <a:xfrm>
            <a:off x="842736" y="4579697"/>
            <a:ext cx="922989" cy="6635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교육 대상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0AB900-B9CB-0885-113D-6F82624301CC}"/>
              </a:ext>
            </a:extLst>
          </p:cNvPr>
          <p:cNvSpPr/>
          <p:nvPr/>
        </p:nvSpPr>
        <p:spPr>
          <a:xfrm>
            <a:off x="674080" y="1458631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운영 개요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A3D5BDC-6FE2-9A26-6861-60490CF6EDD3}"/>
              </a:ext>
            </a:extLst>
          </p:cNvPr>
          <p:cNvSpPr/>
          <p:nvPr/>
        </p:nvSpPr>
        <p:spPr>
          <a:xfrm>
            <a:off x="6176991" y="1458630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시간표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5D7C1F7-5C8D-144C-24AD-CE26832E6304}"/>
              </a:ext>
            </a:extLst>
          </p:cNvPr>
          <p:cNvGrpSpPr/>
          <p:nvPr/>
        </p:nvGrpSpPr>
        <p:grpSpPr>
          <a:xfrm>
            <a:off x="842736" y="2760592"/>
            <a:ext cx="5172274" cy="663512"/>
            <a:chOff x="1262300" y="5339449"/>
            <a:chExt cx="4729666" cy="6067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FAC4F5C-B198-AE01-ABB5-485E70C6BA4F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일정 및 장소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4AB585B-3B50-EE56-4007-B0FABC67BAE1}"/>
                </a:ext>
              </a:extLst>
            </p:cNvPr>
            <p:cNvSpPr txBox="1"/>
            <p:nvPr/>
          </p:nvSpPr>
          <p:spPr>
            <a:xfrm>
              <a:off x="2120484" y="5373094"/>
              <a:ext cx="3871482" cy="4932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일정 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: 2026.00.00(</a:t>
              </a: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목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) </a:t>
              </a:r>
            </a:p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장소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 : //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7286B94-D659-2E2C-159B-5FC3CD3EDB0A}"/>
              </a:ext>
            </a:extLst>
          </p:cNvPr>
          <p:cNvGrpSpPr/>
          <p:nvPr/>
        </p:nvGrpSpPr>
        <p:grpSpPr>
          <a:xfrm>
            <a:off x="842736" y="3570745"/>
            <a:ext cx="4946119" cy="866115"/>
            <a:chOff x="1262300" y="2449689"/>
            <a:chExt cx="4522864" cy="7920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E00B7212-73BD-CC44-F41C-65FB64CADBE2}"/>
                </a:ext>
              </a:extLst>
            </p:cNvPr>
            <p:cNvSpPr/>
            <p:nvPr/>
          </p:nvSpPr>
          <p:spPr>
            <a:xfrm>
              <a:off x="1262300" y="2449689"/>
              <a:ext cx="844006" cy="79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주요 내용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4EF77D-C1FA-C620-255F-0B72283E76DC}"/>
                </a:ext>
              </a:extLst>
            </p:cNvPr>
            <p:cNvSpPr txBox="1"/>
            <p:nvPr/>
          </p:nvSpPr>
          <p:spPr>
            <a:xfrm>
              <a:off x="2120484" y="2471186"/>
              <a:ext cx="3664680" cy="2532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//</a:t>
              </a:r>
            </a:p>
          </p:txBody>
        </p:sp>
      </p:grpSp>
      <p:graphicFrame>
        <p:nvGraphicFramePr>
          <p:cNvPr id="31" name="표 44">
            <a:extLst>
              <a:ext uri="{FF2B5EF4-FFF2-40B4-BE49-F238E27FC236}">
                <a16:creationId xmlns:a16="http://schemas.microsoft.com/office/drawing/2014/main" id="{4C4879CD-44F2-95DA-E8C4-3D392922D4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226053"/>
              </p:ext>
            </p:extLst>
          </p:nvPr>
        </p:nvGraphicFramePr>
        <p:xfrm>
          <a:off x="1889671" y="4599268"/>
          <a:ext cx="3899185" cy="1600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42470">
                  <a:extLst>
                    <a:ext uri="{9D8B030D-6E8A-4147-A177-3AD203B41FA5}">
                      <a16:colId xmlns:a16="http://schemas.microsoft.com/office/drawing/2014/main" val="731138400"/>
                    </a:ext>
                  </a:extLst>
                </a:gridCol>
                <a:gridCol w="756715">
                  <a:extLst>
                    <a:ext uri="{9D8B030D-6E8A-4147-A177-3AD203B41FA5}">
                      <a16:colId xmlns:a16="http://schemas.microsoft.com/office/drawing/2014/main" val="16778564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Entity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인원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30754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Manufacturing Korea</a:t>
                      </a:r>
                      <a:endParaRPr kumimoji="0" lang="ko-KR" altLang="en-US" sz="900" b="0" i="0" u="none" strike="noStrike" kern="1100" cap="none" spc="-5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534514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LLC YH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643243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Ltd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65179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Tech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660880"/>
                  </a:ext>
                </a:extLst>
              </a:tr>
              <a:tr h="266700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(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참석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, 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불참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)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441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32078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2. </a:t>
            </a:r>
            <a:r>
              <a:rPr lang="ko-KR" altLang="en-US" sz="2800" dirty="0"/>
              <a:t>만족도 결과 요약 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6F23C5-DBED-43BD-C977-D2438418845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56921" y="939749"/>
            <a:ext cx="11184308" cy="635553"/>
          </a:xfrm>
        </p:spPr>
        <p:txBody>
          <a:bodyPr/>
          <a:lstStyle/>
          <a:p>
            <a:r>
              <a:rPr lang="ko-KR" altLang="en-US" sz="1200" spc="-40" dirty="0"/>
              <a:t>정량 평가 결과 과정 만족도는 </a:t>
            </a:r>
            <a:r>
              <a:rPr lang="en-US" altLang="ko-KR" sz="1200" spc="-40" dirty="0"/>
              <a:t>total_avg_01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강사 만족도는 </a:t>
            </a:r>
            <a:r>
              <a:rPr lang="en-US" altLang="ko-KR" sz="1200" spc="-40" dirty="0"/>
              <a:t>total_avg_02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운영 만족도는 </a:t>
            </a:r>
            <a:r>
              <a:rPr lang="en-US" altLang="ko-KR" sz="1200" spc="-40" dirty="0"/>
              <a:t>total_avg_03</a:t>
            </a:r>
            <a:r>
              <a:rPr lang="ko-KR" altLang="en-US" sz="1200" spc="-40" dirty="0"/>
              <a:t>점으로</a:t>
            </a:r>
            <a:r>
              <a:rPr lang="en-US" altLang="ko-KR" sz="1200" spc="-40" dirty="0"/>
              <a:t>,</a:t>
            </a:r>
            <a:r>
              <a:rPr lang="ko-KR" altLang="en-US" sz="1200" spc="-40" dirty="0"/>
              <a:t> 전체 평균 </a:t>
            </a:r>
            <a:r>
              <a:rPr lang="en-US" altLang="ko-KR" sz="1200" spc="-40" dirty="0"/>
              <a:t>total_avg_00</a:t>
            </a:r>
            <a:r>
              <a:rPr lang="ko-KR" altLang="en-US" sz="1200" spc="-40" dirty="0"/>
              <a:t>점을 기록함</a:t>
            </a:r>
            <a:r>
              <a:rPr lang="en-US" altLang="ko-KR" sz="1200" spc="-40" dirty="0"/>
              <a:t>.</a:t>
            </a:r>
            <a:r>
              <a:rPr lang="ko-KR" altLang="en-US" sz="1200" spc="-40" dirty="0"/>
              <a:t> 정성평가에서는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 긍정적 평가가 두드러졌으며</a:t>
            </a:r>
            <a:r>
              <a:rPr lang="en-US" altLang="ko-KR" sz="1200" spc="-40" dirty="0"/>
              <a:t>, ///</a:t>
            </a:r>
            <a:r>
              <a:rPr lang="ko-KR" altLang="en-US" sz="1200" spc="-40" dirty="0"/>
              <a:t>에 대한 긍정적 평가가 드러남</a:t>
            </a:r>
            <a:r>
              <a:rPr lang="en-US" altLang="ko-KR" sz="1200" spc="-40" dirty="0"/>
              <a:t>. </a:t>
            </a:r>
            <a:r>
              <a:rPr lang="ko-KR" altLang="en-US" sz="1200" spc="-40" dirty="0"/>
              <a:t>다만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에 대한 불만족 의견도 소수 발견됨</a:t>
            </a:r>
            <a:r>
              <a:rPr lang="en-US" altLang="ko-KR" sz="1200" spc="-40" dirty="0"/>
              <a:t>. </a:t>
            </a:r>
            <a:endParaRPr lang="ko-KR" altLang="en-US" sz="1200" spc="-40" dirty="0"/>
          </a:p>
        </p:txBody>
      </p:sp>
      <p:graphicFrame>
        <p:nvGraphicFramePr>
          <p:cNvPr id="5" name="차트 0">
            <a:extLst>
              <a:ext uri="{FF2B5EF4-FFF2-40B4-BE49-F238E27FC236}">
                <a16:creationId xmlns:a16="http://schemas.microsoft.com/office/drawing/2014/main" id="{59EDE097-A2EC-D3D7-F618-7F73450FD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330385"/>
              </p:ext>
            </p:extLst>
          </p:nvPr>
        </p:nvGraphicFramePr>
        <p:xfrm>
          <a:off x="556921" y="2061422"/>
          <a:ext cx="10980083" cy="21087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4B3E8D6-44B2-F249-A940-8F32C478C502}"/>
              </a:ext>
            </a:extLst>
          </p:cNvPr>
          <p:cNvSpPr/>
          <p:nvPr/>
        </p:nvSpPr>
        <p:spPr>
          <a:xfrm>
            <a:off x="562529" y="1723225"/>
            <a:ext cx="11066942" cy="2769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정량 평가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26364B52-1B6D-1229-01AF-E2BBE069087E}"/>
              </a:ext>
            </a:extLst>
          </p:cNvPr>
          <p:cNvSpPr/>
          <p:nvPr/>
        </p:nvSpPr>
        <p:spPr>
          <a:xfrm>
            <a:off x="556921" y="4122464"/>
            <a:ext cx="11066942" cy="276999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정성 평가</a:t>
            </a:r>
            <a:endParaRPr lang="ko-KR" altLang="en-US" sz="1400" kern="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BF5C679-EFFA-06BA-5524-A2B582E023D0}"/>
              </a:ext>
            </a:extLst>
          </p:cNvPr>
          <p:cNvGrpSpPr/>
          <p:nvPr/>
        </p:nvGrpSpPr>
        <p:grpSpPr>
          <a:xfrm>
            <a:off x="674051" y="4466867"/>
            <a:ext cx="10843897" cy="1374852"/>
            <a:chOff x="674051" y="4789955"/>
            <a:chExt cx="10843897" cy="137485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453ACE1-8451-B966-2F56-4D91F3B0B165}"/>
                </a:ext>
              </a:extLst>
            </p:cNvPr>
            <p:cNvGrpSpPr/>
            <p:nvPr/>
          </p:nvGrpSpPr>
          <p:grpSpPr>
            <a:xfrm>
              <a:off x="674051" y="4789955"/>
              <a:ext cx="3572034" cy="1374852"/>
              <a:chOff x="674051" y="4789955"/>
              <a:chExt cx="3572034" cy="1374852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6DDEDB3A-64FC-C689-AD57-18B418F1C329}"/>
                  </a:ext>
                </a:extLst>
              </p:cNvPr>
              <p:cNvSpPr/>
              <p:nvPr/>
            </p:nvSpPr>
            <p:spPr>
              <a:xfrm>
                <a:off x="691746" y="4789955"/>
                <a:ext cx="3554339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유용했던 점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B8D82B-A658-77B2-BC2A-91BD8ED36B1F}"/>
                  </a:ext>
                </a:extLst>
              </p:cNvPr>
              <p:cNvSpPr txBox="1"/>
              <p:nvPr/>
            </p:nvSpPr>
            <p:spPr>
              <a:xfrm>
                <a:off x="674051" y="5023982"/>
                <a:ext cx="3572034" cy="11408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8496229-6E01-4307-DE6E-03DE86F305CB}"/>
                </a:ext>
              </a:extLst>
            </p:cNvPr>
            <p:cNvGrpSpPr/>
            <p:nvPr/>
          </p:nvGrpSpPr>
          <p:grpSpPr>
            <a:xfrm>
              <a:off x="4309982" y="4789955"/>
              <a:ext cx="3572036" cy="1203588"/>
              <a:chOff x="4309982" y="4789955"/>
              <a:chExt cx="3572036" cy="1203588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4AE8639-3219-7F16-C8C8-E10C142EAAE8}"/>
                  </a:ext>
                </a:extLst>
              </p:cNvPr>
              <p:cNvSpPr/>
              <p:nvPr/>
            </p:nvSpPr>
            <p:spPr>
              <a:xfrm>
                <a:off x="432767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아쉬웠던 점 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97544C0-7C4E-6506-9C90-57FA76904408}"/>
                  </a:ext>
                </a:extLst>
              </p:cNvPr>
              <p:cNvSpPr txBox="1"/>
              <p:nvPr/>
            </p:nvSpPr>
            <p:spPr>
              <a:xfrm>
                <a:off x="4309982" y="5023982"/>
                <a:ext cx="3572036" cy="9695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lnSpc>
                    <a:spcPct val="105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운영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F137B8A3-A0D1-4C1F-6904-21E22506D195}"/>
                </a:ext>
              </a:extLst>
            </p:cNvPr>
            <p:cNvGrpSpPr/>
            <p:nvPr/>
          </p:nvGrpSpPr>
          <p:grpSpPr>
            <a:xfrm>
              <a:off x="7945912" y="4789955"/>
              <a:ext cx="3572036" cy="1022128"/>
              <a:chOff x="7945912" y="4789955"/>
              <a:chExt cx="3572036" cy="1022128"/>
            </a:xfrm>
          </p:grpSpPr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2FC20CD-5A7F-D0CF-1309-11891D7F4C47}"/>
                  </a:ext>
                </a:extLst>
              </p:cNvPr>
              <p:cNvSpPr/>
              <p:nvPr/>
            </p:nvSpPr>
            <p:spPr>
              <a:xfrm>
                <a:off x="796360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추가 의견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4D219CC-D1EB-0B73-C4E4-CBA06ABF4C30}"/>
                  </a:ext>
                </a:extLst>
              </p:cNvPr>
              <p:cNvSpPr txBox="1"/>
              <p:nvPr/>
            </p:nvSpPr>
            <p:spPr>
              <a:xfrm>
                <a:off x="7945912" y="5023982"/>
                <a:ext cx="3258919" cy="788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marR="0" lvl="0" indent="-88900" fontAlgn="auto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1217196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9E5E2-D90D-5C18-48F2-8CFC98D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0E021-6A1B-A250-2D4B-FC9F4CA0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① 과정 만족도</a:t>
            </a:r>
            <a:r>
              <a:rPr lang="en-US" altLang="ko-KR" sz="2400" dirty="0"/>
              <a:t>(1/2)</a:t>
            </a:r>
            <a:r>
              <a:rPr lang="ko-KR" altLang="en-US" sz="2400" dirty="0"/>
              <a:t> </a:t>
            </a:r>
            <a:endParaRPr lang="ko-KR" altLang="en-US" sz="2800" dirty="0"/>
          </a:p>
        </p:txBody>
      </p:sp>
      <p:graphicFrame>
        <p:nvGraphicFramePr>
          <p:cNvPr id="46" name="표 1">
            <a:extLst>
              <a:ext uri="{FF2B5EF4-FFF2-40B4-BE49-F238E27FC236}">
                <a16:creationId xmlns:a16="http://schemas.microsoft.com/office/drawing/2014/main" id="{11F73406-9102-8E57-0394-CF7DB1495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930798"/>
              </p:ext>
            </p:extLst>
          </p:nvPr>
        </p:nvGraphicFramePr>
        <p:xfrm>
          <a:off x="106436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7" name="직사각형 46">
            <a:extLst>
              <a:ext uri="{FF2B5EF4-FFF2-40B4-BE49-F238E27FC236}">
                <a16:creationId xmlns:a16="http://schemas.microsoft.com/office/drawing/2014/main" id="{0972B6EF-963F-FD86-EDC9-AF521CBBCC19}"/>
              </a:ext>
            </a:extLst>
          </p:cNvPr>
          <p:cNvSpPr/>
          <p:nvPr/>
        </p:nvSpPr>
        <p:spPr>
          <a:xfrm>
            <a:off x="106436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전반적으로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am satisfied with this program.)</a:t>
            </a:r>
          </a:p>
        </p:txBody>
      </p:sp>
      <p:graphicFrame>
        <p:nvGraphicFramePr>
          <p:cNvPr id="48" name="표 2">
            <a:extLst>
              <a:ext uri="{FF2B5EF4-FFF2-40B4-BE49-F238E27FC236}">
                <a16:creationId xmlns:a16="http://schemas.microsoft.com/office/drawing/2014/main" id="{BCB75B8D-99D5-742F-D72F-3DBE57158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92033"/>
              </p:ext>
            </p:extLst>
          </p:nvPr>
        </p:nvGraphicFramePr>
        <p:xfrm>
          <a:off x="4512394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9" name="직사각형 48">
            <a:extLst>
              <a:ext uri="{FF2B5EF4-FFF2-40B4-BE49-F238E27FC236}">
                <a16:creationId xmlns:a16="http://schemas.microsoft.com/office/drawing/2014/main" id="{ACAC8939-698B-6ACD-0867-3B44FB2E1786}"/>
              </a:ext>
            </a:extLst>
          </p:cNvPr>
          <p:cNvSpPr/>
          <p:nvPr/>
        </p:nvSpPr>
        <p:spPr>
          <a:xfrm>
            <a:off x="4512394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Q2.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교육의 목표를 달성했습니다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program meets the objectives.) </a:t>
            </a:r>
          </a:p>
        </p:txBody>
      </p:sp>
      <p:graphicFrame>
        <p:nvGraphicFramePr>
          <p:cNvPr id="50" name="표 3">
            <a:extLst>
              <a:ext uri="{FF2B5EF4-FFF2-40B4-BE49-F238E27FC236}">
                <a16:creationId xmlns:a16="http://schemas.microsoft.com/office/drawing/2014/main" id="{C812B970-713D-E6FE-2348-7CBB99BA9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750035"/>
              </p:ext>
            </p:extLst>
          </p:nvPr>
        </p:nvGraphicFramePr>
        <p:xfrm>
          <a:off x="796534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ACD527-A62C-F981-8E03-E83B1E87FF2C}"/>
              </a:ext>
            </a:extLst>
          </p:cNvPr>
          <p:cNvSpPr/>
          <p:nvPr/>
        </p:nvSpPr>
        <p:spPr>
          <a:xfrm>
            <a:off x="796534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Q3.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내용은 업무와 관련이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content was relevant to my job.)</a:t>
            </a:r>
          </a:p>
        </p:txBody>
      </p:sp>
      <p:graphicFrame>
        <p:nvGraphicFramePr>
          <p:cNvPr id="52" name="차트 1">
            <a:extLst>
              <a:ext uri="{FF2B5EF4-FFF2-40B4-BE49-F238E27FC236}">
                <a16:creationId xmlns:a16="http://schemas.microsoft.com/office/drawing/2014/main" id="{4DC0AEF9-3F32-ED70-6521-7F839DFCBB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3109539"/>
              </p:ext>
            </p:extLst>
          </p:nvPr>
        </p:nvGraphicFramePr>
        <p:xfrm>
          <a:off x="106436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3" name="차트 2">
            <a:extLst>
              <a:ext uri="{FF2B5EF4-FFF2-40B4-BE49-F238E27FC236}">
                <a16:creationId xmlns:a16="http://schemas.microsoft.com/office/drawing/2014/main" id="{C5A271E0-51BA-9AEB-F78D-916DF817FA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8321371"/>
              </p:ext>
            </p:extLst>
          </p:nvPr>
        </p:nvGraphicFramePr>
        <p:xfrm>
          <a:off x="4512394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4" name="차트 3">
            <a:extLst>
              <a:ext uri="{FF2B5EF4-FFF2-40B4-BE49-F238E27FC236}">
                <a16:creationId xmlns:a16="http://schemas.microsoft.com/office/drawing/2014/main" id="{BF98EEAF-B4C0-4276-B3CE-1D19B9334E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6882999"/>
              </p:ext>
            </p:extLst>
          </p:nvPr>
        </p:nvGraphicFramePr>
        <p:xfrm>
          <a:off x="796534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D9465D5-AEDB-6399-C75E-5DA9F8E6BBCD}"/>
              </a:ext>
            </a:extLst>
          </p:cNvPr>
          <p:cNvSpPr/>
          <p:nvPr/>
        </p:nvSpPr>
        <p:spPr>
          <a:xfrm>
            <a:off x="3468302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sub_avg_01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A2CC0C83-8B8F-A8EC-0B00-D8A61A451D66}"/>
              </a:ext>
            </a:extLst>
          </p:cNvPr>
          <p:cNvSpPr/>
          <p:nvPr/>
        </p:nvSpPr>
        <p:spPr>
          <a:xfrm>
            <a:off x="6934433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sub_avg_02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D7738A1-B831-2855-70A0-5D14AC74DC3C}"/>
              </a:ext>
            </a:extLst>
          </p:cNvPr>
          <p:cNvSpPr/>
          <p:nvPr/>
        </p:nvSpPr>
        <p:spPr>
          <a:xfrm>
            <a:off x="103453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sub_avg_03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721EBED1-2129-358F-1C8D-19B6777ABC5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800"/>
            <a:ext cx="11271250" cy="635000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/>
              <a:t>sub_</a:t>
            </a:r>
            <a:r>
              <a:rPr lang="en-US" altLang="ko-KR" sz="1200" dirty="0"/>
              <a:t>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166342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18926-F5B3-927F-EA0C-7A5405B8B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① 과정 만족도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(2/2)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18F94-B304-39E7-612C-4EA94197DB3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 dirty="0"/>
              <a:t>total_avg_01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C2E268A-6339-B3B3-F8E5-AE53ABFE9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232357"/>
              </p:ext>
            </p:extLst>
          </p:nvPr>
        </p:nvGraphicFramePr>
        <p:xfrm>
          <a:off x="2534208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C61DF4F-C516-D773-B1B7-2DB1712A6B7A}"/>
              </a:ext>
            </a:extLst>
          </p:cNvPr>
          <p:cNvSpPr/>
          <p:nvPr/>
        </p:nvSpPr>
        <p:spPr>
          <a:xfrm>
            <a:off x="2534208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Q4.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학습한 내용을 업무에 적용할 것입니다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(I intend to apply the learnings from the program to my job.) 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4E70E6F-8D45-8C37-3B93-608865CB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13741"/>
              </p:ext>
            </p:extLst>
          </p:nvPr>
        </p:nvGraphicFramePr>
        <p:xfrm>
          <a:off x="6644792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9E81048C-27D6-BC5B-42AB-AEDC154DFB9E}"/>
              </a:ext>
            </a:extLst>
          </p:cNvPr>
          <p:cNvSpPr/>
          <p:nvPr/>
        </p:nvSpPr>
        <p:spPr>
          <a:xfrm>
            <a:off x="6644792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Q5.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교육을 다른 사람들에게 추천하고 싶습니다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would recommend this session to others.) 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35B3ABB-FD02-A7CC-FC7A-DD5BF7D60009}"/>
              </a:ext>
            </a:extLst>
          </p:cNvPr>
          <p:cNvSpPr/>
          <p:nvPr/>
        </p:nvSpPr>
        <p:spPr>
          <a:xfrm>
            <a:off x="4956247" y="156868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sub_avg_04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F3B17CD-3A25-28AD-67E6-F8CCA26F6B7C}"/>
              </a:ext>
            </a:extLst>
          </p:cNvPr>
          <p:cNvSpPr/>
          <p:nvPr/>
        </p:nvSpPr>
        <p:spPr>
          <a:xfrm>
            <a:off x="9066831" y="157907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sub_avg_05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0" name="차트 4">
            <a:extLst>
              <a:ext uri="{FF2B5EF4-FFF2-40B4-BE49-F238E27FC236}">
                <a16:creationId xmlns:a16="http://schemas.microsoft.com/office/drawing/2014/main" id="{3A711EAD-DE1D-EDFF-9F78-D9B460F8CB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4192690"/>
              </p:ext>
            </p:extLst>
          </p:nvPr>
        </p:nvGraphicFramePr>
        <p:xfrm>
          <a:off x="2534208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차트 5">
            <a:extLst>
              <a:ext uri="{FF2B5EF4-FFF2-40B4-BE49-F238E27FC236}">
                <a16:creationId xmlns:a16="http://schemas.microsoft.com/office/drawing/2014/main" id="{F746FC3A-FAD4-2DFC-A872-52942B7C92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4856825"/>
              </p:ext>
            </p:extLst>
          </p:nvPr>
        </p:nvGraphicFramePr>
        <p:xfrm>
          <a:off x="6644792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9771935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332C60-088C-FAB9-45BF-62988527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② 강사 만족도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F7567C-C501-27BC-865B-DF257AB35D3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강사의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total_avg_02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2FE96AFC-F169-E6BC-B8C4-98FDFE949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980039"/>
              </p:ext>
            </p:extLst>
          </p:nvPr>
        </p:nvGraphicFramePr>
        <p:xfrm>
          <a:off x="107966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1A5DF129-6021-420D-FA20-139C1CB7D798}"/>
              </a:ext>
            </a:extLst>
          </p:cNvPr>
          <p:cNvSpPr/>
          <p:nvPr/>
        </p:nvSpPr>
        <p:spPr>
          <a:xfrm>
            <a:off x="107966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Q6.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전반적으로 강사에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(Overall, I am satisfied with this facilitator.) </a:t>
            </a:r>
          </a:p>
        </p:txBody>
      </p:sp>
      <p:graphicFrame>
        <p:nvGraphicFramePr>
          <p:cNvPr id="6" name="표 7">
            <a:extLst>
              <a:ext uri="{FF2B5EF4-FFF2-40B4-BE49-F238E27FC236}">
                <a16:creationId xmlns:a16="http://schemas.microsoft.com/office/drawing/2014/main" id="{BCD37592-117E-2AC0-6934-1542E9A92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567710"/>
              </p:ext>
            </p:extLst>
          </p:nvPr>
        </p:nvGraphicFramePr>
        <p:xfrm>
          <a:off x="450911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4A098A6A-ED02-EEC7-19C7-7545AC13AC15}"/>
              </a:ext>
            </a:extLst>
          </p:cNvPr>
          <p:cNvSpPr/>
          <p:nvPr/>
        </p:nvSpPr>
        <p:spPr>
          <a:xfrm>
            <a:off x="450911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Q7.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강사는 참여를 유도하고 적절하게 상호작용을 하였습니다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facilitator was engaging and responsive.) </a:t>
            </a:r>
          </a:p>
        </p:txBody>
      </p:sp>
      <p:graphicFrame>
        <p:nvGraphicFramePr>
          <p:cNvPr id="8" name="표 8">
            <a:extLst>
              <a:ext uri="{FF2B5EF4-FFF2-40B4-BE49-F238E27FC236}">
                <a16:creationId xmlns:a16="http://schemas.microsoft.com/office/drawing/2014/main" id="{AC216E72-1D82-1875-D9D9-DE886BA9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129449"/>
              </p:ext>
            </p:extLst>
          </p:nvPr>
        </p:nvGraphicFramePr>
        <p:xfrm>
          <a:off x="7962066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F8AB9E77-42FF-760F-BD96-C56D876D62E5}"/>
              </a:ext>
            </a:extLst>
          </p:cNvPr>
          <p:cNvSpPr/>
          <p:nvPr/>
        </p:nvSpPr>
        <p:spPr>
          <a:xfrm>
            <a:off x="7962066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Q8.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진행 속도가 적절합니다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pace of the learning is fine.) 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9AB3EC0-EFC3-DB41-D35D-DE02FD879973}"/>
              </a:ext>
            </a:extLst>
          </p:cNvPr>
          <p:cNvSpPr/>
          <p:nvPr/>
        </p:nvSpPr>
        <p:spPr>
          <a:xfrm>
            <a:off x="3465019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sub_avg_06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85DA13-9952-14D7-0BED-09EF1A26E743}"/>
              </a:ext>
            </a:extLst>
          </p:cNvPr>
          <p:cNvSpPr/>
          <p:nvPr/>
        </p:nvSpPr>
        <p:spPr>
          <a:xfrm>
            <a:off x="6931150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sub_avg_07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3CE78F-174C-5099-58BE-7652C8D50C02}"/>
              </a:ext>
            </a:extLst>
          </p:cNvPr>
          <p:cNvSpPr/>
          <p:nvPr/>
        </p:nvSpPr>
        <p:spPr>
          <a:xfrm>
            <a:off x="10342064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sub_avg_08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4" name="차트 8">
            <a:extLst>
              <a:ext uri="{FF2B5EF4-FFF2-40B4-BE49-F238E27FC236}">
                <a16:creationId xmlns:a16="http://schemas.microsoft.com/office/drawing/2014/main" id="{2916E531-0C56-84DB-FC8D-2CBEEA4D59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526728"/>
              </p:ext>
            </p:extLst>
          </p:nvPr>
        </p:nvGraphicFramePr>
        <p:xfrm>
          <a:off x="7962066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차트 7">
            <a:extLst>
              <a:ext uri="{FF2B5EF4-FFF2-40B4-BE49-F238E27FC236}">
                <a16:creationId xmlns:a16="http://schemas.microsoft.com/office/drawing/2014/main" id="{DA44F775-4193-6566-38DD-90BEDC50DC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4054044"/>
              </p:ext>
            </p:extLst>
          </p:nvPr>
        </p:nvGraphicFramePr>
        <p:xfrm>
          <a:off x="450911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차트 6">
            <a:extLst>
              <a:ext uri="{FF2B5EF4-FFF2-40B4-BE49-F238E27FC236}">
                <a16:creationId xmlns:a16="http://schemas.microsoft.com/office/drawing/2014/main" id="{7F484EF5-8C1D-5EAF-A29F-DB792C95E9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2954122"/>
              </p:ext>
            </p:extLst>
          </p:nvPr>
        </p:nvGraphicFramePr>
        <p:xfrm>
          <a:off x="107966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42216160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1FFA-A10C-AB65-8235-A98C2536E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B75B0-2C9B-6048-BBB3-90C0B3FA0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③ 운영 만족도 </a:t>
            </a:r>
            <a:endParaRPr lang="ko-KR" altLang="en-US" sz="2800" dirty="0"/>
          </a:p>
        </p:txBody>
      </p:sp>
      <p:graphicFrame>
        <p:nvGraphicFramePr>
          <p:cNvPr id="12" name="표 9">
            <a:extLst>
              <a:ext uri="{FF2B5EF4-FFF2-40B4-BE49-F238E27FC236}">
                <a16:creationId xmlns:a16="http://schemas.microsoft.com/office/drawing/2014/main" id="{80CB4619-80D8-CFBB-0716-3F3164E7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98714"/>
              </p:ext>
            </p:extLst>
          </p:nvPr>
        </p:nvGraphicFramePr>
        <p:xfrm>
          <a:off x="2534208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1CB309E3-EC6E-2607-56A5-BF14FA1F9109}"/>
              </a:ext>
            </a:extLst>
          </p:cNvPr>
          <p:cNvSpPr/>
          <p:nvPr/>
        </p:nvSpPr>
        <p:spPr>
          <a:xfrm>
            <a:off x="2534208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Q9.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자료가 잘 준비되어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learning materials of the program is well prepared.) 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CE876A1C-C0FF-438D-5D23-BD6FC2FC8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1111"/>
              </p:ext>
            </p:extLst>
          </p:nvPr>
        </p:nvGraphicFramePr>
        <p:xfrm>
          <a:off x="6644792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82FE51-3FE3-E5E8-548B-B4BF19884EFD}"/>
              </a:ext>
            </a:extLst>
          </p:cNvPr>
          <p:cNvSpPr/>
          <p:nvPr/>
        </p:nvSpPr>
        <p:spPr>
          <a:xfrm>
            <a:off x="6644792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Q10.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현장 운영진은 협조적이고 교육 진행에 도움이 되었습니다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on-site operator of the program was supportive and helpful.)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C81C03B-462C-6FC4-1704-866396316C3E}"/>
              </a:ext>
            </a:extLst>
          </p:cNvPr>
          <p:cNvSpPr/>
          <p:nvPr/>
        </p:nvSpPr>
        <p:spPr>
          <a:xfrm>
            <a:off x="49562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sub_avg_09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3BF43D5-11D2-8896-CCC6-E0836296F0AF}"/>
              </a:ext>
            </a:extLst>
          </p:cNvPr>
          <p:cNvSpPr/>
          <p:nvPr/>
        </p:nvSpPr>
        <p:spPr>
          <a:xfrm>
            <a:off x="9066831" y="158569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sub_avg_10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9" name="차트 10">
            <a:extLst>
              <a:ext uri="{FF2B5EF4-FFF2-40B4-BE49-F238E27FC236}">
                <a16:creationId xmlns:a16="http://schemas.microsoft.com/office/drawing/2014/main" id="{477C25DD-6F00-B06A-A282-0BD18B70B8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3077207"/>
              </p:ext>
            </p:extLst>
          </p:nvPr>
        </p:nvGraphicFramePr>
        <p:xfrm>
          <a:off x="6644792" y="2374968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차트 9">
            <a:extLst>
              <a:ext uri="{FF2B5EF4-FFF2-40B4-BE49-F238E27FC236}">
                <a16:creationId xmlns:a16="http://schemas.microsoft.com/office/drawing/2014/main" id="{9689F2F3-4B0D-512D-D073-B8B22663A7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5199788"/>
              </p:ext>
            </p:extLst>
          </p:nvPr>
        </p:nvGraphicFramePr>
        <p:xfrm>
          <a:off x="2534208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C05D2AA-78F5-81ED-5A2F-3652099A24A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자료 준비와 운영자의 진행 등 운영에 대한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76911734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0EBB506-EF6B-1E0C-171F-6B734855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5B879-9015-6157-F5F4-844227748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2800" dirty="0"/>
              <a:t>정성평가 </a:t>
            </a:r>
            <a:r>
              <a:rPr lang="en-US" altLang="ko-KR" sz="2800" dirty="0"/>
              <a:t>raw data</a:t>
            </a:r>
            <a:endParaRPr lang="ko-KR" altLang="en-US" sz="2800" dirty="0"/>
          </a:p>
        </p:txBody>
      </p:sp>
      <p:graphicFrame>
        <p:nvGraphicFramePr>
          <p:cNvPr id="6" name="표 11">
            <a:extLst>
              <a:ext uri="{FF2B5EF4-FFF2-40B4-BE49-F238E27FC236}">
                <a16:creationId xmlns:a16="http://schemas.microsoft.com/office/drawing/2014/main" id="{FB53DFDD-2915-0EDC-D816-9EB7F5E15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8887"/>
              </p:ext>
            </p:extLst>
          </p:nvPr>
        </p:nvGraphicFramePr>
        <p:xfrm>
          <a:off x="568137" y="1818699"/>
          <a:ext cx="11027829" cy="42835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136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3311207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3775529">
                  <a:extLst>
                    <a:ext uri="{9D8B030D-6E8A-4147-A177-3AD203B41FA5}">
                      <a16:colId xmlns:a16="http://schemas.microsoft.com/office/drawing/2014/main" val="900696985"/>
                    </a:ext>
                  </a:extLst>
                </a:gridCol>
                <a:gridCol w="3217957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582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유용했던 점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아쉬웠던 점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추가 의견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39252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</a:tbl>
          </a:graphicData>
        </a:graphic>
      </p:graphicFrame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3FD6E4-D6AA-298F-C83A-E2984ABEFB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45211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pPr marL="0" lvl="0" indent="0">
              <a:buNone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endParaRPr lang="en-US" altLang="ko-KR" sz="1200" dirty="0">
              <a:solidFill>
                <a:srgbClr val="242437"/>
              </a:solidFill>
              <a:latin typeface="Georgia"/>
              <a:ea typeface="Noto Sans CJK KR D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64628923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0E23-521B-F6FF-AC08-9CA963134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649180-AB4E-A38E-5F94-9315F6435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④ 정성평가</a:t>
            </a:r>
            <a:endParaRPr lang="ko-KR" altLang="en-US" sz="2800" dirty="0"/>
          </a:p>
        </p:txBody>
      </p:sp>
      <p:graphicFrame>
        <p:nvGraphicFramePr>
          <p:cNvPr id="6" name="표 55">
            <a:extLst>
              <a:ext uri="{FF2B5EF4-FFF2-40B4-BE49-F238E27FC236}">
                <a16:creationId xmlns:a16="http://schemas.microsoft.com/office/drawing/2014/main" id="{25FAF26F-118B-CC36-8221-D8003AD46004}"/>
              </a:ext>
            </a:extLst>
          </p:cNvPr>
          <p:cNvGraphicFramePr>
            <a:graphicFrameLocks noGrp="1"/>
          </p:cNvGraphicFramePr>
          <p:nvPr/>
        </p:nvGraphicFramePr>
        <p:xfrm>
          <a:off x="568137" y="1818699"/>
          <a:ext cx="11027829" cy="3998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136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3311207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3775529">
                  <a:extLst>
                    <a:ext uri="{9D8B030D-6E8A-4147-A177-3AD203B41FA5}">
                      <a16:colId xmlns:a16="http://schemas.microsoft.com/office/drawing/2014/main" val="900696985"/>
                    </a:ext>
                  </a:extLst>
                </a:gridCol>
                <a:gridCol w="3217957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582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유용했던 점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아쉬웠던 점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추가 의견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23577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04967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</a:tbl>
          </a:graphicData>
        </a:graphic>
      </p:graphicFrame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DD90146A-2136-EAC2-9961-AD793789FB0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45211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pPr marL="0" lvl="0" indent="0">
              <a:buNone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정성평가에서는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수 있어 좋았다는 </a:t>
            </a:r>
            <a:r>
              <a:rPr lang="ko-KR" altLang="en-US" sz="1200" dirty="0" err="1">
                <a:solidFill>
                  <a:srgbClr val="242437"/>
                </a:solidFill>
                <a:latin typeface="Georgia"/>
                <a:ea typeface="Noto Sans CJK KR DemiLight"/>
              </a:rPr>
              <a:t>긍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정적 평가가 두드러졌으며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에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대한 긍정적 평가가 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드러남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다만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에 대한 불만족 의견도 소수 발견됨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 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한다는 추가 의견이 드러남</a:t>
            </a:r>
            <a:endParaRPr lang="en-US" altLang="ko-KR" sz="1200" dirty="0">
              <a:solidFill>
                <a:srgbClr val="242437"/>
              </a:solidFill>
              <a:latin typeface="Georgia"/>
              <a:ea typeface="Noto Sans CJK KR D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77748229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868F7-9AA5-EF46-D3F5-59497647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9F00C-03DF-41E2-C6D9-B7154051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현장 이슈 대응 및 제언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4BADFF-5A72-E7E2-6B66-CAA7D155411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5" y="939749"/>
            <a:ext cx="11027832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ILT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의 안정적인 연간 운영을 위해 현장 운영 담당자가 교육 과정을 지속적으로 모니터링하며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당일 교육 중 발생하는 이슈에 대해 현장에서 즉각적으로 보고하고 대응하고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또한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동일한 이슈의 반복 발생을 사전에 예방하기 위해 아래와 같이 개선 방안을 제언함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5" name="표 46">
            <a:extLst>
              <a:ext uri="{FF2B5EF4-FFF2-40B4-BE49-F238E27FC236}">
                <a16:creationId xmlns:a16="http://schemas.microsoft.com/office/drawing/2014/main" id="{430386B8-0E34-AAB3-BD3B-0E6A2034B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870964"/>
              </p:ext>
            </p:extLst>
          </p:nvPr>
        </p:nvGraphicFramePr>
        <p:xfrm>
          <a:off x="568135" y="1818699"/>
          <a:ext cx="11027829" cy="424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1427073">
                  <a:extLst>
                    <a:ext uri="{9D8B030D-6E8A-4147-A177-3AD203B41FA5}">
                      <a16:colId xmlns:a16="http://schemas.microsoft.com/office/drawing/2014/main" val="1924205475"/>
                    </a:ext>
                  </a:extLst>
                </a:gridCol>
                <a:gridCol w="4478693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4402063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0485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모니터링 결과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현장 대응 및 개선 방안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939296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7588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05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466938"/>
                  </a:ext>
                </a:extLst>
              </a:tr>
              <a:tr h="521831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  <a:tr h="5218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745123"/>
                  </a:ext>
                </a:extLst>
              </a:tr>
              <a:tr h="11996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100" cap="none" spc="-10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289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70473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EEF3-9CEF-59FA-E210-8BF4A52D9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D1910E-2831-8077-CF0C-7317B70CB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교육생 명단</a:t>
            </a:r>
          </a:p>
        </p:txBody>
      </p:sp>
      <p:graphicFrame>
        <p:nvGraphicFramePr>
          <p:cNvPr id="3" name="Table 22">
            <a:extLst>
              <a:ext uri="{FF2B5EF4-FFF2-40B4-BE49-F238E27FC236}">
                <a16:creationId xmlns:a16="http://schemas.microsoft.com/office/drawing/2014/main" id="{2DDE5081-6ED2-59FE-A1BD-682A91E00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397929"/>
              </p:ext>
            </p:extLst>
          </p:nvPr>
        </p:nvGraphicFramePr>
        <p:xfrm>
          <a:off x="554037" y="1046501"/>
          <a:ext cx="11095439" cy="5001031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304105">
                  <a:extLst>
                    <a:ext uri="{9D8B030D-6E8A-4147-A177-3AD203B41FA5}">
                      <a16:colId xmlns:a16="http://schemas.microsoft.com/office/drawing/2014/main" val="152968972"/>
                    </a:ext>
                  </a:extLst>
                </a:gridCol>
                <a:gridCol w="608210">
                  <a:extLst>
                    <a:ext uri="{9D8B030D-6E8A-4147-A177-3AD203B41FA5}">
                      <a16:colId xmlns:a16="http://schemas.microsoft.com/office/drawing/2014/main" val="272888653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3515864910"/>
                    </a:ext>
                  </a:extLst>
                </a:gridCol>
                <a:gridCol w="1656000">
                  <a:extLst>
                    <a:ext uri="{9D8B030D-6E8A-4147-A177-3AD203B41FA5}">
                      <a16:colId xmlns:a16="http://schemas.microsoft.com/office/drawing/2014/main" val="3730585716"/>
                    </a:ext>
                  </a:extLst>
                </a:gridCol>
                <a:gridCol w="931124">
                  <a:extLst>
                    <a:ext uri="{9D8B030D-6E8A-4147-A177-3AD203B41FA5}">
                      <a16:colId xmlns:a16="http://schemas.microsoft.com/office/drawing/2014/main" val="3247348388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1705671387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26087192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2008680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95246835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171470875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73215995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125450970"/>
                    </a:ext>
                  </a:extLst>
                </a:gridCol>
              </a:tblGrid>
              <a:tr h="27922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NO.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Entity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Name(English)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Name(Korean)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E-mail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People Manager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Location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34125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700376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27240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09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2731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47683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0714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84832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316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277197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6180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083"/>
                  </a:ext>
                </a:extLst>
              </a:tr>
              <a:tr h="276853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08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716943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995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9901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70809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01799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653709"/>
                  </a:ext>
                </a:extLst>
              </a:tr>
              <a:tr h="246791">
                <a:tc gridSpan="12"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참석인원 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사전 신청자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D-3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이후 </a:t>
                      </a: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취소자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불참자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추가 참석자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22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525855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2E6F5-9025-DF87-36B7-DB6509E6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7">
            <a:extLst>
              <a:ext uri="{FF2B5EF4-FFF2-40B4-BE49-F238E27FC236}">
                <a16:creationId xmlns:a16="http://schemas.microsoft.com/office/drawing/2014/main" id="{5315443D-70D0-AE8F-F3EC-3EBA99A4A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023319"/>
              </p:ext>
            </p:extLst>
          </p:nvPr>
        </p:nvGraphicFramePr>
        <p:xfrm>
          <a:off x="683292" y="1252990"/>
          <a:ext cx="10813380" cy="4806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408">
                  <a:extLst>
                    <a:ext uri="{9D8B030D-6E8A-4147-A177-3AD203B41FA5}">
                      <a16:colId xmlns:a16="http://schemas.microsoft.com/office/drawing/2014/main" val="4169131270"/>
                    </a:ext>
                  </a:extLst>
                </a:gridCol>
                <a:gridCol w="6980016">
                  <a:extLst>
                    <a:ext uri="{9D8B030D-6E8A-4147-A177-3AD203B41FA5}">
                      <a16:colId xmlns:a16="http://schemas.microsoft.com/office/drawing/2014/main" val="2440848211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1569916402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4233119179"/>
                    </a:ext>
                  </a:extLst>
                </a:gridCol>
              </a:tblGrid>
              <a:tr h="237522"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모듈명</a:t>
                      </a: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주요 내용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방법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시간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77074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150478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314440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32215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208387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82BE6C87-ED4D-03B8-B6E3-0C04F1C26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 커리큘럼</a:t>
            </a:r>
          </a:p>
        </p:txBody>
      </p:sp>
    </p:spTree>
    <p:extLst>
      <p:ext uri="{BB962C8B-B14F-4D97-AF65-F5344CB8AC3E}">
        <p14:creationId xmlns:p14="http://schemas.microsoft.com/office/powerpoint/2010/main" val="302576177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heme/theme1.xml><?xml version="1.0" encoding="utf-8"?>
<a:theme xmlns:a="http://schemas.openxmlformats.org/drawingml/2006/main" name="Lam Light Template">
  <a:themeElements>
    <a:clrScheme name="Lam Brand Colors">
      <a:dk1>
        <a:srgbClr val="242437"/>
      </a:dk1>
      <a:lt1>
        <a:srgbClr val="FFFFFF"/>
      </a:lt1>
      <a:dk2>
        <a:srgbClr val="6A7885"/>
      </a:dk2>
      <a:lt2>
        <a:srgbClr val="E6E3DC"/>
      </a:lt2>
      <a:accent1>
        <a:srgbClr val="6CE3C6"/>
      </a:accent1>
      <a:accent2>
        <a:srgbClr val="20A785"/>
      </a:accent2>
      <a:accent3>
        <a:srgbClr val="F2C22E"/>
      </a:accent3>
      <a:accent4>
        <a:srgbClr val="E89945"/>
      </a:accent4>
      <a:accent5>
        <a:srgbClr val="C74F26"/>
      </a:accent5>
      <a:accent6>
        <a:srgbClr val="6A7885"/>
      </a:accent6>
      <a:hlink>
        <a:srgbClr val="20A785"/>
      </a:hlink>
      <a:folHlink>
        <a:srgbClr val="20A785"/>
      </a:folHlink>
    </a:clrScheme>
    <a:fontScheme name="Lamresearch 2024">
      <a:majorFont>
        <a:latin typeface="Georgia"/>
        <a:ea typeface="Noto Sans CJK KR Bold"/>
        <a:cs typeface=""/>
      </a:majorFont>
      <a:minorFont>
        <a:latin typeface="Georgia"/>
        <a:ea typeface="Noto Sans CJK KR DemiLight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2"/>
        </a:solidFill>
        <a:ln w="2857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i="0" u="none" strike="noStrike" cap="none" normalizeH="0" baseline="0" dirty="0" smtClean="0">
            <a:ln>
              <a:noFill/>
            </a:ln>
            <a:effectLst/>
          </a:defRPr>
        </a:defPPr>
      </a:lst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Aft>
            <a:spcPts val="0"/>
          </a:spcAft>
          <a:buClrTx/>
          <a:buSzTx/>
          <a:buFont typeface="Arial" panose="020B0604020202020204" pitchFamily="34" charset="0"/>
          <a:buNone/>
          <a:tabLst/>
          <a:defRPr sz="1200" kern="1200" spc="0" baseline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ogram-Lam Leadership Development for ICs_SEED_Notice_2022" id="{7CFFCE32-846F-4246-8EF7-F41DC5416063}" vid="{CDFB4D0E-53D3-4F57-A7CA-50C6A259EB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E3A2597A64084382283996280E3F44" ma:contentTypeVersion="8" ma:contentTypeDescription="Create a new document." ma:contentTypeScope="" ma:versionID="7f63ece75b9224ce7e5cf5b276baf487">
  <xsd:schema xmlns:xsd="http://www.w3.org/2001/XMLSchema" xmlns:xs="http://www.w3.org/2001/XMLSchema" xmlns:p="http://schemas.microsoft.com/office/2006/metadata/properties" xmlns:ns1="http://schemas.microsoft.com/sharepoint/v3" xmlns:ns2="9e06735e-26bc-4df4-8d28-b17bb43f6dfc" targetNamespace="http://schemas.microsoft.com/office/2006/metadata/properties" ma:root="true" ma:fieldsID="b3868cc8717d214ba361cdcfff6c95b1" ns1:_="" ns2:_="">
    <xsd:import namespace="http://schemas.microsoft.com/sharepoint/v3"/>
    <xsd:import namespace="9e06735e-26bc-4df4-8d28-b17bb43f6dfc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SharedWithUsers" minOccurs="0"/>
                <xsd:element ref="ns1:AverageRating" minOccurs="0"/>
                <xsd:element ref="ns1:RatingCount" minOccurs="0"/>
                <xsd:element ref="ns1:RatedBy" minOccurs="0"/>
                <xsd:element ref="ns1:Ratings" minOccurs="0"/>
                <xsd:element ref="ns1:LikesCount" minOccurs="0"/>
                <xsd:element ref="ns1:LikedB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  <xsd:element name="AverageRating" ma:index="11" nillable="true" ma:displayName="Rating (0-5)" ma:decimals="2" ma:description="Average value of all the ratings that have been submitted" ma:internalName="AverageRating" ma:readOnly="true">
      <xsd:simpleType>
        <xsd:restriction base="dms:Number"/>
      </xsd:simpleType>
    </xsd:element>
    <xsd:element name="RatingCount" ma:index="12" nillable="true" ma:displayName="Number of Ratings" ma:decimals="0" ma:description="Number of ratings submitted" ma:internalName="RatingCount" ma:readOnly="true">
      <xsd:simpleType>
        <xsd:restriction base="dms:Number"/>
      </xsd:simpleType>
    </xsd:element>
    <xsd:element name="RatedBy" ma:index="13" nillable="true" ma:displayName="Rated By" ma:description="Users rated the item." ma:hidden="true" ma:list="UserInfo" ma:internalName="Rat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Ratings" ma:index="14" nillable="true" ma:displayName="User ratings" ma:description="User ratings for the item" ma:hidden="true" ma:internalName="Ratings">
      <xsd:simpleType>
        <xsd:restriction base="dms:Note"/>
      </xsd:simpleType>
    </xsd:element>
    <xsd:element name="LikesCount" ma:index="15" nillable="true" ma:displayName="Number of Likes" ma:internalName="LikesCount">
      <xsd:simpleType>
        <xsd:restriction base="dms:Unknown"/>
      </xsd:simpleType>
    </xsd:element>
    <xsd:element name="LikedBy" ma:index="16" nillable="true" ma:displayName="Liked By" ma:hidden="true" ma:list="UserInfo" ma:internalName="Lik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06735e-26bc-4df4-8d28-b17bb43f6df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ikesCount xmlns="http://schemas.microsoft.com/sharepoint/v3" xsi:nil="true"/>
    <Ratings xmlns="http://schemas.microsoft.com/sharepoint/v3" xsi:nil="true"/>
    <LikedBy xmlns="http://schemas.microsoft.com/sharepoint/v3">
      <UserInfo>
        <DisplayName/>
        <AccountId xsi:nil="true"/>
        <AccountType/>
      </UserInfo>
    </LikedBy>
    <PublishingExpirationDate xmlns="http://schemas.microsoft.com/sharepoint/v3" xsi:nil="true"/>
    <PublishingStartDate xmlns="http://schemas.microsoft.com/sharepoint/v3" xsi:nil="true"/>
    <RatedBy xmlns="http://schemas.microsoft.com/sharepoint/v3">
      <UserInfo>
        <DisplayName/>
        <AccountId xsi:nil="true"/>
        <AccountType/>
      </UserInfo>
    </RatedBy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DBB9278-16CB-4DCC-AED0-4F6AA8D3ED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e06735e-26bc-4df4-8d28-b17bb43f6df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F046B7F-2145-43B1-B8A7-A41702E26469}">
  <ds:schemaRefs>
    <ds:schemaRef ds:uri="http://purl.org/dc/terms/"/>
    <ds:schemaRef ds:uri="http://schemas.microsoft.com/sharepoint/v3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9e06735e-26bc-4df4-8d28-b17bb43f6dfc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2880F7D-5D74-48DC-A638-1AE4101CD94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dbe5114-fe4f-4faf-8a07-a9103153293f}" enabled="1" method="Standard" siteId="{918079db-c902-4e29-b22c-9764410d037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Program-Lam Leadership Development for ICs_SEED_Notice_2022</Template>
  <TotalTime>12813</TotalTime>
  <Words>1180</Words>
  <Application>Microsoft Office PowerPoint</Application>
  <PresentationFormat>와이드스크린</PresentationFormat>
  <Paragraphs>272</Paragraphs>
  <Slides>13</Slides>
  <Notes>1</Notes>
  <HiddenSlides>1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Noto Sans CJK KR Bold</vt:lpstr>
      <vt:lpstr>Noto Sans CJK KR DemiLight</vt:lpstr>
      <vt:lpstr>Noto Sans CJK KR Medium</vt:lpstr>
      <vt:lpstr>arial</vt:lpstr>
      <vt:lpstr>arial</vt:lpstr>
      <vt:lpstr>Georgia</vt:lpstr>
      <vt:lpstr>Lam Light Template</vt:lpstr>
      <vt:lpstr>교육 운영 결과보고서</vt:lpstr>
      <vt:lpstr>PowerPoint 프레젠테이션</vt:lpstr>
      <vt:lpstr>1. class_name 과정 개요  </vt:lpstr>
      <vt:lpstr>2. 만족도 결과 요약 </vt:lpstr>
      <vt:lpstr>3. 문항별 세부 결과_① 과정 만족도(1/2) </vt:lpstr>
      <vt:lpstr>3. 문항별 세부 결과_① 과정 만족도(2/2) </vt:lpstr>
      <vt:lpstr>3. 문항별 세부 결과_② 강사 만족도 </vt:lpstr>
      <vt:lpstr>3. 문항별 세부 결과_③ 운영 만족도 </vt:lpstr>
      <vt:lpstr>정성평가 raw data</vt:lpstr>
      <vt:lpstr>3. 문항별 세부 결과_④ 정성평가</vt:lpstr>
      <vt:lpstr>4. 현장 이슈 대응 및 제언 </vt:lpstr>
      <vt:lpstr>[참고] 교육생 명단</vt:lpstr>
      <vt:lpstr>[참고] 교육 커리큘럼</vt:lpstr>
    </vt:vector>
  </TitlesOfParts>
  <Manager/>
  <Company>Lam Research Corp.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2022 SEED</dc:title>
  <dc:subject/>
  <dc:creator>Yoo, Christine</dc:creator>
  <cp:keywords/>
  <dc:description/>
  <cp:lastModifiedBy>시진 박</cp:lastModifiedBy>
  <cp:revision>235</cp:revision>
  <dcterms:created xsi:type="dcterms:W3CDTF">2022-03-21T00:32:51Z</dcterms:created>
  <dcterms:modified xsi:type="dcterms:W3CDTF">2026-02-27T02:34:39Z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0x010100B2E3A2597A64084382283996280E3F44</vt:lpwstr>
  </property>
  <property fmtid="{D5CDD505-2E9C-101B-9397-08002B2CF9AE}" pid="3" name="NXPowerLiteLastOptimized">
    <vt:lpwstr>10347013</vt:lpwstr>
  </property>
  <property fmtid="{D5CDD505-2E9C-101B-9397-08002B2CF9AE}" pid="4" name="NXPowerLiteSettings">
    <vt:lpwstr>C980073804F000</vt:lpwstr>
  </property>
  <property fmtid="{D5CDD505-2E9C-101B-9397-08002B2CF9AE}" pid="5" name="NXPowerLiteVersion">
    <vt:lpwstr>D8.0.8</vt:lpwstr>
  </property>
  <property fmtid="{D5CDD505-2E9C-101B-9397-08002B2CF9AE}" pid="6" name="ClassificationContentMarkingFooterLocations">
    <vt:lpwstr>Lam Light Template:6</vt:lpwstr>
  </property>
  <property fmtid="{D5CDD505-2E9C-101B-9397-08002B2CF9AE}" pid="7" name="ClassificationContentMarkingFooterText">
    <vt:lpwstr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vt:lpwstr>
  </property>
</Properties>
</file>