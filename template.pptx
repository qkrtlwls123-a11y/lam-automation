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2" r:id="rId4"/>
  </p:sldMasterIdLst>
  <p:notesMasterIdLst>
    <p:notesMasterId r:id="rId22"/>
  </p:notesMasterIdLst>
  <p:handoutMasterIdLst>
    <p:handoutMasterId r:id="rId23"/>
  </p:handoutMasterIdLst>
  <p:sldIdLst>
    <p:sldId id="6054" r:id="rId5"/>
    <p:sldId id="257882" r:id="rId6"/>
    <p:sldId id="257876" r:id="rId7"/>
    <p:sldId id="257879" r:id="rId8"/>
    <p:sldId id="257893" r:id="rId9"/>
    <p:sldId id="257906" r:id="rId10"/>
    <p:sldId id="257907" r:id="rId11"/>
    <p:sldId id="257886" r:id="rId12"/>
    <p:sldId id="257904" r:id="rId13"/>
    <p:sldId id="257908" r:id="rId14"/>
    <p:sldId id="257905" r:id="rId15"/>
    <p:sldId id="2134805771" r:id="rId16"/>
    <p:sldId id="257899" r:id="rId17"/>
    <p:sldId id="257890" r:id="rId18"/>
    <p:sldId id="257903" r:id="rId19"/>
    <p:sldId id="5465" r:id="rId20"/>
    <p:sldId id="6302" r:id="rId21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7680" userDrawn="1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Bomont, Katrina" initials="BK" lastIdx="19" clrIdx="6">
    <p:extLst>
      <p:ext uri="{19B8F6BF-5375-455C-9EA6-DF929625EA0E}">
        <p15:presenceInfo xmlns:p15="http://schemas.microsoft.com/office/powerpoint/2012/main" userId="S::Katrina.Bomont@lamresearch.com::f3edf89a-f0bb-40f8-8901-dca7db1cd667" providerId="AD"/>
      </p:ext>
    </p:extLst>
  </p:cmAuthor>
  <p:cmAuthor id="1" name="Sassani, Valerie" initials="SV" lastIdx="30" clrIdx="0">
    <p:extLst>
      <p:ext uri="{19B8F6BF-5375-455C-9EA6-DF929625EA0E}">
        <p15:presenceInfo xmlns:p15="http://schemas.microsoft.com/office/powerpoint/2012/main" userId="S-1-5-21-1461305-839808047-932995037-24776" providerId="AD"/>
      </p:ext>
    </p:extLst>
  </p:cmAuthor>
  <p:cmAuthor id="2" name="Megan Paskin" initials="MP" lastIdx="22" clrIdx="1">
    <p:extLst>
      <p:ext uri="{19B8F6BF-5375-455C-9EA6-DF929625EA0E}">
        <p15:presenceInfo xmlns:p15="http://schemas.microsoft.com/office/powerpoint/2012/main" userId="S::megan@duarte.com::fc861dc4-e59d-48ea-be6f-a25698708d2b" providerId="AD"/>
      </p:ext>
    </p:extLst>
  </p:cmAuthor>
  <p:cmAuthor id="3" name="Rogers, Jasmine" initials="RJ" lastIdx="64" clrIdx="2">
    <p:extLst>
      <p:ext uri="{19B8F6BF-5375-455C-9EA6-DF929625EA0E}">
        <p15:presenceInfo xmlns:p15="http://schemas.microsoft.com/office/powerpoint/2012/main" userId="S::Jasmine.Rogers@lamresearch.com::99896968-a862-410c-823b-ed36d7d3a219" providerId="AD"/>
      </p:ext>
    </p:extLst>
  </p:cmAuthor>
  <p:cmAuthor id="4" name="Miyasato, Shelly" initials="MS" lastIdx="46" clrIdx="3">
    <p:extLst>
      <p:ext uri="{19B8F6BF-5375-455C-9EA6-DF929625EA0E}">
        <p15:presenceInfo xmlns:p15="http://schemas.microsoft.com/office/powerpoint/2012/main" userId="S::Shelly.Miyasato@lamresearch.com::e2b5c11a-1f63-4705-98af-15838a99cea2" providerId="AD"/>
      </p:ext>
    </p:extLst>
  </p:cmAuthor>
  <p:cmAuthor id="5" name="Farrell, Kerry" initials="FK" lastIdx="16" clrIdx="4">
    <p:extLst>
      <p:ext uri="{19B8F6BF-5375-455C-9EA6-DF929625EA0E}">
        <p15:presenceInfo xmlns:p15="http://schemas.microsoft.com/office/powerpoint/2012/main" userId="S::Kerry.Farrell@lamresearch.com::781e1a24-01e9-4dd8-907d-7420130fa051" providerId="AD"/>
      </p:ext>
    </p:extLst>
  </p:cmAuthor>
  <p:cmAuthor id="6" name="Bourke, Michelle" initials="BM" lastIdx="41" clrIdx="5">
    <p:extLst>
      <p:ext uri="{19B8F6BF-5375-455C-9EA6-DF929625EA0E}">
        <p15:presenceInfo xmlns:p15="http://schemas.microsoft.com/office/powerpoint/2012/main" userId="S::Michelle.Bourke@lamresearch.com::e01c1d2a-aeb6-4c5b-a69d-3ee59875cdb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3F2EE"/>
    <a:srgbClr val="BFBFBF"/>
    <a:srgbClr val="C3C9CF"/>
    <a:srgbClr val="E1E4E7"/>
    <a:srgbClr val="E6E3DC"/>
    <a:srgbClr val="EDEDEE"/>
    <a:srgbClr val="E2EFEA"/>
    <a:srgbClr val="FFFFFF"/>
    <a:srgbClr val="D3CE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6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324" y="114"/>
      </p:cViewPr>
      <p:guideLst>
        <p:guide pos="768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355-4D7E-9FEF-B68855F81F48}"/>
              </c:ext>
            </c:extLst>
          </c:dPt>
          <c:dPt>
            <c:idx val="1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355-4D7E-9FEF-B68855F81F48}"/>
              </c:ext>
            </c:extLst>
          </c:dPt>
          <c:dPt>
            <c:idx val="2"/>
            <c:invertIfNegative val="0"/>
            <c:bubble3D val="0"/>
            <c:spPr>
              <a:solidFill>
                <a:schemeClr val="tx1">
                  <a:lumMod val="25000"/>
                  <a:lumOff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355-4D7E-9FEF-B68855F81F48}"/>
              </c:ext>
            </c:extLst>
          </c:dPt>
          <c:dPt>
            <c:idx val="3"/>
            <c:invertIfNegative val="0"/>
            <c:bubble3D val="0"/>
            <c:spPr>
              <a:solidFill>
                <a:schemeClr val="tx1">
                  <a:lumMod val="25000"/>
                  <a:lumOff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355-4D7E-9FEF-B68855F81F48}"/>
              </c:ext>
            </c:extLst>
          </c:dPt>
          <c:dPt>
            <c:idx val="4"/>
            <c:invertIfNegative val="0"/>
            <c:bubble3D val="0"/>
            <c:spPr>
              <a:solidFill>
                <a:schemeClr val="tx1">
                  <a:lumMod val="25000"/>
                  <a:lumOff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355-4D7E-9FEF-B68855F81F48}"/>
              </c:ext>
            </c:extLst>
          </c:dPt>
          <c:dPt>
            <c:idx val="5"/>
            <c:invertIfNegative val="0"/>
            <c:bubble3D val="0"/>
            <c:spPr>
              <a:solidFill>
                <a:schemeClr val="tx1">
                  <a:lumMod val="25000"/>
                  <a:lumOff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355-4D7E-9FEF-B68855F81F48}"/>
              </c:ext>
            </c:extLst>
          </c:dPt>
          <c:dPt>
            <c:idx val="6"/>
            <c:invertIfNegative val="0"/>
            <c:bubble3D val="0"/>
            <c:spPr>
              <a:solidFill>
                <a:schemeClr val="tx1">
                  <a:lumMod val="25000"/>
                  <a:lumOff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355-4D7E-9FEF-B68855F81F48}"/>
              </c:ext>
            </c:extLst>
          </c:dPt>
          <c:dPt>
            <c:idx val="7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8355-4D7E-9FEF-B68855F81F48}"/>
              </c:ext>
            </c:extLst>
          </c:dPt>
          <c:dPt>
            <c:idx val="8"/>
            <c:invertIfNegative val="0"/>
            <c:bubble3D val="0"/>
            <c:spPr>
              <a:solidFill>
                <a:schemeClr val="tx1">
                  <a:lumMod val="25000"/>
                  <a:lumOff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8355-4D7E-9FEF-B68855F81F48}"/>
              </c:ext>
            </c:extLst>
          </c:dPt>
          <c:dPt>
            <c:idx val="9"/>
            <c:invertIfNegative val="0"/>
            <c:bubble3D val="0"/>
            <c:spPr>
              <a:solidFill>
                <a:schemeClr val="tx1">
                  <a:lumMod val="25000"/>
                  <a:lumOff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8355-4D7E-9FEF-B68855F81F48}"/>
              </c:ext>
            </c:extLst>
          </c:dPt>
          <c:dPt>
            <c:idx val="10"/>
            <c:invertIfNegative val="0"/>
            <c:bubble3D val="0"/>
            <c:spPr>
              <a:solidFill>
                <a:schemeClr val="tx1">
                  <a:lumMod val="25000"/>
                  <a:lumOff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8355-4D7E-9FEF-B68855F81F48}"/>
              </c:ext>
            </c:extLst>
          </c:dPt>
          <c:dPt>
            <c:idx val="11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8355-4D7E-9FEF-B68855F81F48}"/>
              </c:ext>
            </c:extLst>
          </c:dPt>
          <c:dPt>
            <c:idx val="12"/>
            <c:invertIfNegative val="0"/>
            <c:bubble3D val="0"/>
            <c:spPr>
              <a:solidFill>
                <a:schemeClr val="tx1">
                  <a:lumMod val="25000"/>
                  <a:lumOff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8355-4D7E-9FEF-B68855F81F48}"/>
              </c:ext>
            </c:extLst>
          </c:dPt>
          <c:dPt>
            <c:idx val="13"/>
            <c:invertIfNegative val="0"/>
            <c:bubble3D val="0"/>
            <c:spPr>
              <a:solidFill>
                <a:schemeClr val="tx1">
                  <a:lumMod val="25000"/>
                  <a:lumOff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8355-4D7E-9FEF-B68855F81F48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5A9DC64-C6BC-4705-A986-50051A0667F1}" type="VALUE">
                      <a:rPr lang="en-US" altLang="ko-KR" b="1"/>
                      <a:pPr/>
                      <a:t>[값]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355-4D7E-9FEF-B68855F81F48}"/>
                </c:ext>
              </c:extLst>
            </c:dLbl>
            <c:dLbl>
              <c:idx val="1"/>
              <c:numFmt formatCode="#,##0.0_);[Red]\(#,##0.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chemeClr val="accent6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355-4D7E-9FEF-B68855F81F4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30F26D74-DCC5-4832-8C84-F28A38F23344}" type="VALUE">
                      <a:rPr lang="en-US" altLang="ko-KR" sz="1050" b="0" i="0" u="none" strike="noStrike" kern="1200" baseline="0" smtClean="0">
                        <a:solidFill>
                          <a:srgbClr val="6A7885">
                            <a:lumMod val="50000"/>
                          </a:srgbClr>
                        </a:solidFill>
                      </a:rPr>
                      <a:pPr/>
                      <a:t>[값]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D-8355-4D7E-9FEF-B68855F81F48}"/>
                </c:ext>
              </c:extLst>
            </c:dLbl>
            <c:dLbl>
              <c:idx val="7"/>
              <c:numFmt formatCode="#,##0.0_);[Red]\(#,##0.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chemeClr val="accent6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8355-4D7E-9FEF-B68855F81F48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E0464319-0440-4D7B-907A-4EF44BBCB25D}" type="VALUE">
                      <a:rPr lang="en-US" altLang="ko-KR" b="0"/>
                      <a:pPr/>
                      <a:t>[값]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5-8355-4D7E-9FEF-B68855F81F48}"/>
                </c:ext>
              </c:extLst>
            </c:dLbl>
            <c:dLbl>
              <c:idx val="1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50" b="1" i="0" u="none" strike="noStrike" kern="1200" baseline="0">
                        <a:solidFill>
                          <a:schemeClr val="accent6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26560A6-E518-420F-9A97-BF8BDC955BB6}" type="VALUE">
                      <a:rPr lang="en-US" altLang="ko-KR" smtClean="0"/>
                      <a:pPr>
                        <a:defRPr sz="1050" b="1">
                          <a:solidFill>
                            <a:schemeClr val="accent6">
                              <a:lumMod val="50000"/>
                            </a:schemeClr>
                          </a:solidFill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.0_);[Red]\(#,##0.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chemeClr val="accent6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 alt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7-8355-4D7E-9FEF-B68855F81F48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fld id="{30F26D74-DCC5-4832-8C84-F28A38F23344}" type="VALUE">
                      <a:rPr lang="en-US" altLang="ko-KR" smtClean="0"/>
                      <a:pPr/>
                      <a:t>[값]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9-8355-4D7E-9FEF-B68855F81F48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fld id="{30F26D74-DCC5-4832-8C84-F28A38F23344}" type="VALUE">
                      <a:rPr lang="en-US" altLang="ko-KR" sz="1050" b="0" i="0" u="none" strike="noStrike" kern="1200" baseline="0" smtClean="0">
                        <a:solidFill>
                          <a:srgbClr val="6A7885">
                            <a:lumMod val="50000"/>
                          </a:srgbClr>
                        </a:solidFill>
                      </a:rPr>
                      <a:pPr/>
                      <a:t>[값]</a:t>
                    </a:fld>
                    <a:endParaRPr lang="ko-KR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B-8355-4D7E-9FEF-B68855F81F48}"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accent6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전체 평균</c:v>
                </c:pt>
                <c:pt idx="1">
                  <c:v>과정만족도 평균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강사만족도 평균</c:v>
                </c:pt>
                <c:pt idx="8">
                  <c:v>6</c:v>
                </c:pt>
                <c:pt idx="9">
                  <c:v>7</c:v>
                </c:pt>
                <c:pt idx="10">
                  <c:v>8</c:v>
                </c:pt>
                <c:pt idx="11">
                  <c:v>운영 만족도 평균</c:v>
                </c:pt>
                <c:pt idx="12">
                  <c:v>9</c:v>
                </c:pt>
                <c:pt idx="13">
                  <c:v>10</c:v>
                </c:pt>
              </c:strCache>
            </c:strRef>
          </c:cat>
          <c:val>
            <c:numRef>
              <c:f>Sheet1!$B$2:$B$15</c:f>
              <c:numCache>
                <c:formatCode>0.0</c:formatCode>
                <c:ptCount val="14"/>
                <c:pt idx="0">
                  <c:v>97.142857142857125</c:v>
                </c:pt>
                <c:pt idx="1">
                  <c:v>97.142857142857125</c:v>
                </c:pt>
                <c:pt idx="2">
                  <c:v>94.642857142857139</c:v>
                </c:pt>
                <c:pt idx="3">
                  <c:v>94.642857142857139</c:v>
                </c:pt>
                <c:pt idx="4">
                  <c:v>98.214285714285708</c:v>
                </c:pt>
                <c:pt idx="5">
                  <c:v>100</c:v>
                </c:pt>
                <c:pt idx="6">
                  <c:v>98.214285714285708</c:v>
                </c:pt>
                <c:pt idx="7">
                  <c:v>96.428571428571445</c:v>
                </c:pt>
                <c:pt idx="8">
                  <c:v>100</c:v>
                </c:pt>
                <c:pt idx="9">
                  <c:v>96.428571428571431</c:v>
                </c:pt>
                <c:pt idx="10">
                  <c:v>92.857142857142861</c:v>
                </c:pt>
                <c:pt idx="11">
                  <c:v>98.214285714285722</c:v>
                </c:pt>
                <c:pt idx="12">
                  <c:v>96.428571428571431</c:v>
                </c:pt>
                <c:pt idx="1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8355-4D7E-9FEF-B68855F81F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02182824"/>
        <c:axId val="1002187504"/>
      </c:barChart>
      <c:catAx>
        <c:axId val="1002182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lnSpc>
                <a:spcPct val="70000"/>
              </a:lnSpc>
              <a:defRPr sz="1100" b="0" i="0" u="none" strike="noStrike" kern="1200" baseline="0">
                <a:solidFill>
                  <a:schemeClr val="accent6">
                    <a:lumMod val="50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  <a:cs typeface="+mn-cs"/>
              </a:defRPr>
            </a:pPr>
            <a:endParaRPr lang="ko-KR"/>
          </a:p>
        </c:txPr>
        <c:crossAx val="1002187504"/>
        <c:crosses val="autoZero"/>
        <c:auto val="1"/>
        <c:lblAlgn val="ctr"/>
        <c:lblOffset val="100"/>
        <c:noMultiLvlLbl val="0"/>
      </c:catAx>
      <c:valAx>
        <c:axId val="1002187504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0218282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1ED-43CF-A9FE-6CED42A81867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1ED-43CF-A9FE-6CED42A81867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1ED-43CF-A9FE-6CED42A81867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1ED-43CF-A9FE-6CED42A81867}"/>
              </c:ext>
            </c:extLst>
          </c:dPt>
          <c:dLbls>
            <c:dLbl>
              <c:idx val="1"/>
              <c:layout>
                <c:manualLayout>
                  <c:x val="0.11134865967479358"/>
                  <c:y val="0.19660531056161107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1ED-43CF-A9FE-6CED42A81867}"/>
                </c:ext>
              </c:extLst>
            </c:dLbl>
            <c:dLbl>
              <c:idx val="2"/>
              <c:layout>
                <c:manualLayout>
                  <c:x val="5.2340785710116085E-2"/>
                  <c:y val="0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529157667386609"/>
                      <c:h val="0.1650154372146711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41ED-43CF-A9FE-6CED42A8186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1ED-43CF-A9FE-6CED42A8186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ko-KR" sz="1197" b="0" i="0" u="none" strike="noStrike" kern="1200" baseline="0">
                    <a:solidFill>
                      <a:srgbClr val="FFFFFF"/>
                    </a:solidFill>
                    <a:latin typeface="+mj-ea"/>
                    <a:ea typeface="+mj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100점</c:v>
                </c:pt>
                <c:pt idx="1">
                  <c:v>75점</c:v>
                </c:pt>
                <c:pt idx="2">
                  <c:v>50점</c:v>
                </c:pt>
                <c:pt idx="3">
                  <c:v>25점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0.79</c:v>
                </c:pt>
                <c:pt idx="1">
                  <c:v>0.21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1ED-43CF-A9FE-6CED42A81867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000" b="0" i="0" u="none" strike="noStrike" kern="1200" spc="-80" baseline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CE4-4FBE-8558-62C4526CB378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CE4-4FBE-8558-62C4526CB378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CE4-4FBE-8558-62C4526CB378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CE4-4FBE-8558-62C4526CB378}"/>
              </c:ext>
            </c:extLst>
          </c:dPt>
          <c:dLbls>
            <c:dLbl>
              <c:idx val="1"/>
              <c:layout>
                <c:manualLayout>
                  <c:x val="0.10311164296045505"/>
                  <c:y val="0.17758338692090475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E4-4FBE-8558-62C4526CB378}"/>
                </c:ext>
              </c:extLst>
            </c:dLbl>
            <c:dLbl>
              <c:idx val="2"/>
              <c:layout>
                <c:manualLayout>
                  <c:x val="4.7745477659084497E-2"/>
                  <c:y val="1.5851603033921931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CE4-4FBE-8558-62C4526CB378}"/>
                </c:ext>
              </c:extLst>
            </c:dLbl>
            <c:dLbl>
              <c:idx val="3"/>
              <c:layout>
                <c:manualLayout>
                  <c:x val="-1.717905810778381E-2"/>
                  <c:y val="1.5851603033921931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CE4-4FBE-8558-62C4526CB37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ko-KR" sz="1197" b="0" i="0" u="none" strike="noStrike" kern="1200" baseline="0">
                    <a:solidFill>
                      <a:srgbClr val="FFFFFF"/>
                    </a:solidFill>
                    <a:latin typeface="+mj-ea"/>
                    <a:ea typeface="+mj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100점</c:v>
                </c:pt>
                <c:pt idx="1">
                  <c:v>75점</c:v>
                </c:pt>
                <c:pt idx="2">
                  <c:v>50점</c:v>
                </c:pt>
                <c:pt idx="3">
                  <c:v>25점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0.79</c:v>
                </c:pt>
                <c:pt idx="1">
                  <c:v>0.21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CE4-4FBE-8558-62C4526CB378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000" b="0" i="0" u="none" strike="noStrike" kern="1200" spc="-80" baseline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919-42A5-8DC9-C2D80BA87EBA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919-42A5-8DC9-C2D80BA87EBA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919-42A5-8DC9-C2D80BA87EBA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919-42A5-8DC9-C2D80BA87EBA}"/>
              </c:ext>
            </c:extLst>
          </c:dPt>
          <c:dLbls>
            <c:dLbl>
              <c:idx val="1"/>
              <c:layout>
                <c:manualLayout>
                  <c:x val="0.10902814261345579"/>
                  <c:y val="0.17753795397992567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5080231419324291"/>
                      <c:h val="0.1650154372146711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A919-42A5-8DC9-C2D80BA87EBA}"/>
                </c:ext>
              </c:extLst>
            </c:dLbl>
            <c:dLbl>
              <c:idx val="2"/>
              <c:layout>
                <c:manualLayout>
                  <c:x val="3.7915993747527146E-2"/>
                  <c:y val="0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529157667386609"/>
                      <c:h val="0.1650154372146711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A919-42A5-8DC9-C2D80BA87EBA}"/>
                </c:ext>
              </c:extLst>
            </c:dLbl>
            <c:dLbl>
              <c:idx val="3"/>
              <c:layout>
                <c:manualLayout>
                  <c:x val="-1.6092658533263283E-2"/>
                  <c:y val="1.5851603033921931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919-42A5-8DC9-C2D80BA87EB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ko-KR" sz="1197" b="0" i="0" u="none" strike="noStrike" kern="1200" baseline="0">
                    <a:solidFill>
                      <a:srgbClr val="FFFFFF"/>
                    </a:solidFill>
                    <a:latin typeface="+mj-ea"/>
                    <a:ea typeface="+mj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100점</c:v>
                </c:pt>
                <c:pt idx="1">
                  <c:v>75점</c:v>
                </c:pt>
                <c:pt idx="2">
                  <c:v>50점</c:v>
                </c:pt>
                <c:pt idx="3">
                  <c:v>25점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0.93</c:v>
                </c:pt>
                <c:pt idx="1">
                  <c:v>7.0000000000000007E-2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919-42A5-8DC9-C2D80BA87EB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000" b="0" i="0" u="none" strike="noStrike" kern="1200" spc="-80" baseline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FD5-4CD7-8272-DAE83B408D0F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FD5-4CD7-8272-DAE83B408D0F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FD5-4CD7-8272-DAE83B408D0F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FD5-4CD7-8272-DAE83B408D0F}"/>
              </c:ext>
            </c:extLst>
          </c:dPt>
          <c:dLbls>
            <c:dLbl>
              <c:idx val="1"/>
              <c:layout>
                <c:manualLayout>
                  <c:x val="9.3835736384332499E-3"/>
                  <c:y val="5.2128058984938237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FD5-4CD7-8272-DAE83B408D0F}"/>
                </c:ext>
              </c:extLst>
            </c:dLbl>
            <c:dLbl>
              <c:idx val="2"/>
              <c:layout>
                <c:manualLayout>
                  <c:x val="-1.7676856121780604E-2"/>
                  <c:y val="1.5851603033921931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FD5-4CD7-8272-DAE83B408D0F}"/>
                </c:ext>
              </c:extLst>
            </c:dLbl>
            <c:dLbl>
              <c:idx val="3"/>
              <c:layout>
                <c:manualLayout>
                  <c:x val="5.3866447440961557E-2"/>
                  <c:y val="1.5851603033921931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FD5-4CD7-8272-DAE83B408D0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ko-KR" sz="1200" b="0" i="0" u="none" strike="noStrike" kern="1200" spc="-6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+mj-ea"/>
                    <a:ea typeface="+mj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100점</c:v>
                </c:pt>
                <c:pt idx="1">
                  <c:v>75점</c:v>
                </c:pt>
                <c:pt idx="2">
                  <c:v>50점</c:v>
                </c:pt>
                <c:pt idx="3">
                  <c:v>25점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FD5-4CD7-8272-DAE83B408D0F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000" b="0" i="0" u="none" strike="noStrike" kern="1200" spc="-80" baseline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EB9-4BCF-8389-3E9AB0692EBB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EB9-4BCF-8389-3E9AB0692EBB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EB9-4BCF-8389-3E9AB0692EBB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EB9-4BCF-8389-3E9AB0692EBB}"/>
              </c:ext>
            </c:extLst>
          </c:dPt>
          <c:dLbls>
            <c:dLbl>
              <c:idx val="1"/>
              <c:layout>
                <c:manualLayout>
                  <c:x val="6.0720980159425009E-2"/>
                  <c:y val="0.1854637554968866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B9-4BCF-8389-3E9AB0692EBB}"/>
                </c:ext>
              </c:extLst>
            </c:dLbl>
            <c:dLbl>
              <c:idx val="2"/>
              <c:layout>
                <c:manualLayout>
                  <c:x val="2.3842416930969093E-3"/>
                  <c:y val="1.5851603033921931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EB9-4BCF-8389-3E9AB0692EBB}"/>
                </c:ext>
              </c:extLst>
            </c:dLbl>
            <c:dLbl>
              <c:idx val="3"/>
              <c:layout>
                <c:manualLayout>
                  <c:x val="-7.3975703565336394E-3"/>
                  <c:y val="1.5851603033921931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EB9-4BCF-8389-3E9AB0692EB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ko-KR" sz="1200" b="0" i="0" u="none" strike="noStrike" kern="1200" spc="-6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+mj-ea"/>
                    <a:ea typeface="+mj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100점</c:v>
                </c:pt>
                <c:pt idx="1">
                  <c:v>75점</c:v>
                </c:pt>
                <c:pt idx="2">
                  <c:v>50점</c:v>
                </c:pt>
                <c:pt idx="3">
                  <c:v>25점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0.93</c:v>
                </c:pt>
                <c:pt idx="1">
                  <c:v>7.0000000000000007E-2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EB9-4BCF-8389-3E9AB0692EB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000" b="0" i="0" u="none" strike="noStrike" kern="1200" spc="-80" baseline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B30-4DAE-8B50-912532C6B483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B30-4DAE-8B50-912532C6B483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B30-4DAE-8B50-912532C6B483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B30-4DAE-8B50-912532C6B483}"/>
              </c:ext>
            </c:extLst>
          </c:dPt>
          <c:dLbls>
            <c:dLbl>
              <c:idx val="1"/>
              <c:layout>
                <c:manualLayout>
                  <c:x val="0.14078862880158777"/>
                  <c:y val="0.17278247306974906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B30-4DAE-8B50-912532C6B483}"/>
                </c:ext>
              </c:extLst>
            </c:dLbl>
            <c:dLbl>
              <c:idx val="2"/>
              <c:layout>
                <c:manualLayout>
                  <c:x val="5.2339164218213892E-2"/>
                  <c:y val="0.14107926700190518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B30-4DAE-8B50-912532C6B483}"/>
                </c:ext>
              </c:extLst>
            </c:dLbl>
            <c:dLbl>
              <c:idx val="3"/>
              <c:layout>
                <c:manualLayout>
                  <c:x val="2.0917731986846457E-2"/>
                  <c:y val="1.5851603033921931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B30-4DAE-8B50-912532C6B48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ko-KR" sz="1200" b="0" i="0" u="none" strike="noStrike" kern="1200" spc="-6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+mj-ea"/>
                    <a:ea typeface="+mj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100점</c:v>
                </c:pt>
                <c:pt idx="1">
                  <c:v>75점</c:v>
                </c:pt>
                <c:pt idx="2">
                  <c:v>50점</c:v>
                </c:pt>
                <c:pt idx="3">
                  <c:v>25점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0.79</c:v>
                </c:pt>
                <c:pt idx="1">
                  <c:v>0.14000000000000001</c:v>
                </c:pt>
                <c:pt idx="2">
                  <c:v>7.0000000000000007E-2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B30-4DAE-8B50-912532C6B483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000" b="0" i="0" u="none" strike="noStrike" kern="1200" spc="-80" baseline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565-4C41-A80A-9CAC22EDC1E8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565-4C41-A80A-9CAC22EDC1E8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565-4C41-A80A-9CAC22EDC1E8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565-4C41-A80A-9CAC22EDC1E8}"/>
              </c:ext>
            </c:extLst>
          </c:dPt>
          <c:dLbls>
            <c:dLbl>
              <c:idx val="1"/>
              <c:layout>
                <c:manualLayout>
                  <c:x val="0.10602546390883325"/>
                  <c:y val="0.1854637554968866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565-4C41-A80A-9CAC22EDC1E8}"/>
                </c:ext>
              </c:extLst>
            </c:dLbl>
            <c:dLbl>
              <c:idx val="2"/>
              <c:layout>
                <c:manualLayout>
                  <c:x val="1.9390448764098796E-2"/>
                  <c:y val="1.5851603033921931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565-4C41-A80A-9CAC22EDC1E8}"/>
                </c:ext>
              </c:extLst>
            </c:dLbl>
            <c:dLbl>
              <c:idx val="3"/>
              <c:layout>
                <c:manualLayout>
                  <c:x val="3.2478482802456883E-4"/>
                  <c:y val="1.5851603033921931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565-4C41-A80A-9CAC22EDC1E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ko-KR" sz="1200" b="0" i="0" u="none" strike="noStrike" kern="1200" spc="-6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+mj-ea"/>
                    <a:ea typeface="+mj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100점</c:v>
                </c:pt>
                <c:pt idx="1">
                  <c:v>75점</c:v>
                </c:pt>
                <c:pt idx="2">
                  <c:v>50점</c:v>
                </c:pt>
                <c:pt idx="3">
                  <c:v>25점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0.86</c:v>
                </c:pt>
                <c:pt idx="1">
                  <c:v>0.14000000000000001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565-4C41-A80A-9CAC22EDC1E8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000" b="0" i="0" u="none" strike="noStrike" kern="1200" spc="-80" baseline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279-4E58-891F-D4594078F4AB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279-4E58-891F-D4594078F4AB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279-4E58-891F-D4594078F4AB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279-4E58-891F-D4594078F4AB}"/>
              </c:ext>
            </c:extLst>
          </c:dPt>
          <c:dLbls>
            <c:dLbl>
              <c:idx val="1"/>
              <c:layout>
                <c:manualLayout>
                  <c:x val="2.1349535280420735E-2"/>
                  <c:y val="1.5851603033921931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279-4E58-891F-D4594078F4AB}"/>
                </c:ext>
              </c:extLst>
            </c:dLbl>
            <c:dLbl>
              <c:idx val="2"/>
              <c:layout>
                <c:manualLayout>
                  <c:x val="1.9390448764098796E-2"/>
                  <c:y val="1.5851603033921931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279-4E58-891F-D4594078F4AB}"/>
                </c:ext>
              </c:extLst>
            </c:dLbl>
            <c:dLbl>
              <c:idx val="3"/>
              <c:layout>
                <c:manualLayout>
                  <c:x val="2.4006674060669742E-2"/>
                  <c:y val="1.5851603033921931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279-4E58-891F-D4594078F4A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ko-KR" sz="1200" b="0" i="0" u="none" strike="noStrike" kern="1200" spc="-6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+mj-ea"/>
                    <a:ea typeface="+mj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100점</c:v>
                </c:pt>
                <c:pt idx="1">
                  <c:v>75점</c:v>
                </c:pt>
                <c:pt idx="2">
                  <c:v>50점</c:v>
                </c:pt>
                <c:pt idx="3">
                  <c:v>25점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279-4E58-891F-D4594078F4A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000" b="0" i="0" u="none" strike="noStrike" kern="1200" spc="-80" baseline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CC4-4822-92E1-C02090D7FFDB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CC4-4822-92E1-C02090D7FFDB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CC4-4822-92E1-C02090D7FFDB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CC4-4822-92E1-C02090D7FFDB}"/>
              </c:ext>
            </c:extLst>
          </c:dPt>
          <c:dLbls>
            <c:dLbl>
              <c:idx val="1"/>
              <c:layout>
                <c:manualLayout>
                  <c:x val="-2.2574410263395146E-3"/>
                  <c:y val="5.5328335376983442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CC4-4822-92E1-C02090D7FFDB}"/>
                </c:ext>
              </c:extLst>
            </c:dLbl>
            <c:dLbl>
              <c:idx val="2"/>
              <c:layout>
                <c:manualLayout>
                  <c:x val="-2.0871843766012989E-3"/>
                  <c:y val="7.925801516960965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CC4-4822-92E1-C02090D7FFD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CC4-4822-92E1-C02090D7FFD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ko-KR" sz="1200" b="0" i="0" u="none" strike="noStrike" kern="1200" spc="-6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+mj-ea"/>
                    <a:ea typeface="+mj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100점</c:v>
                </c:pt>
                <c:pt idx="1">
                  <c:v>75점</c:v>
                </c:pt>
                <c:pt idx="2">
                  <c:v>50점</c:v>
                </c:pt>
                <c:pt idx="3">
                  <c:v>25점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CC4-4822-92E1-C02090D7FFD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000" b="0" i="0" u="none" strike="noStrike" kern="1200" spc="-80" baseline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53F-410B-80E1-09D9E8461642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53F-410B-80E1-09D9E8461642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53F-410B-80E1-09D9E8461642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53F-410B-80E1-09D9E8461642}"/>
              </c:ext>
            </c:extLst>
          </c:dPt>
          <c:dLbls>
            <c:dLbl>
              <c:idx val="1"/>
              <c:layout>
                <c:manualLayout>
                  <c:x val="0.10607994603674949"/>
                  <c:y val="0.19338955701384755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53F-410B-80E1-09D9E8461642}"/>
                </c:ext>
              </c:extLst>
            </c:dLbl>
            <c:dLbl>
              <c:idx val="2"/>
              <c:layout>
                <c:manualLayout>
                  <c:x val="-3.294547247031124E-3"/>
                  <c:y val="3.7240033710243627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53F-410B-80E1-09D9E8461642}"/>
                </c:ext>
              </c:extLst>
            </c:dLbl>
            <c:dLbl>
              <c:idx val="3"/>
              <c:layout>
                <c:manualLayout>
                  <c:x val="-3.793804603739809E-3"/>
                  <c:y val="7.925801516960965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53F-410B-80E1-09D9E846164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altLang="ko-KR" sz="1200" b="0" i="0" u="none" strike="noStrike" kern="1200" spc="-6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rgbClr val="FFFFFF"/>
                    </a:solidFill>
                    <a:latin typeface="+mj-ea"/>
                    <a:ea typeface="+mj-ea"/>
                    <a:cs typeface="+mn-cs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100점</c:v>
                </c:pt>
                <c:pt idx="1">
                  <c:v>75점</c:v>
                </c:pt>
                <c:pt idx="2">
                  <c:v>50점</c:v>
                </c:pt>
                <c:pt idx="3">
                  <c:v>25점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0.86</c:v>
                </c:pt>
                <c:pt idx="1">
                  <c:v>0.14000000000000001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53F-410B-80E1-09D9E846164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altLang="ko-KR" sz="1000" b="0" i="0" u="none" strike="noStrike" kern="1200" spc="-80" baseline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712B258D-E199-4B96-8C25-8F249D229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08" y="8712925"/>
            <a:ext cx="307792" cy="3077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549C98-62D3-4540-A49C-32E05052A37A}"/>
              </a:ext>
            </a:extLst>
          </p:cNvPr>
          <p:cNvSpPr txBox="1"/>
          <p:nvPr/>
        </p:nvSpPr>
        <p:spPr>
          <a:xfrm>
            <a:off x="6023199" y="8866821"/>
            <a:ext cx="371168" cy="10994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EA36E680-CA23-4A7B-A569-206E3541EBB7}" type="slidenum">
              <a:rPr kumimoji="0" lang="en-US" sz="700" b="1" i="0" u="none" strike="noStrike" kern="1200" cap="none" spc="100" normalizeH="0" baseline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700" b="1" i="0" u="none" strike="noStrike" kern="1200" cap="none" spc="100" normalizeH="0" baseline="0">
              <a:ln>
                <a:noFill/>
              </a:ln>
              <a:solidFill>
                <a:schemeClr val="tx2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8" name="ConfidentialityLevelBanner">
            <a:extLst>
              <a:ext uri="{FF2B5EF4-FFF2-40B4-BE49-F238E27FC236}">
                <a16:creationId xmlns:a16="http://schemas.microsoft.com/office/drawing/2014/main" id="{79540266-C429-5045-962D-1416F2BE1C66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5320224" y="8844071"/>
            <a:ext cx="851372" cy="155448"/>
          </a:xfrm>
          <a:prstGeom prst="rect">
            <a:avLst/>
          </a:prstGeom>
          <a:solidFill>
            <a:schemeClr val="accent1">
              <a:lumMod val="20000"/>
              <a:lumOff val="80000"/>
              <a:alpha val="0"/>
            </a:schemeClr>
          </a:solidFill>
          <a:ln w="28575" cap="flat" cmpd="sng" algn="ctr">
            <a:solidFill>
              <a:schemeClr val="bg1">
                <a:lumMod val="65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100" normalizeH="0" baseline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CONFIDENTIAL</a:t>
            </a:r>
            <a:endParaRPr kumimoji="0" lang="en-US" sz="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BA62C-0CBB-3041-8FF6-C966F9B792D8}"/>
              </a:ext>
            </a:extLst>
          </p:cNvPr>
          <p:cNvSpPr txBox="1"/>
          <p:nvPr/>
        </p:nvSpPr>
        <p:spPr>
          <a:xfrm>
            <a:off x="686404" y="8869048"/>
            <a:ext cx="954779" cy="107722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100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 RESEARCH</a:t>
            </a:r>
          </a:p>
        </p:txBody>
      </p:sp>
    </p:spTree>
    <p:extLst>
      <p:ext uri="{BB962C8B-B14F-4D97-AF65-F5344CB8AC3E}">
        <p14:creationId xmlns:p14="http://schemas.microsoft.com/office/powerpoint/2010/main" val="428953720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365760"/>
            <a:ext cx="6172200" cy="347274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42900" y="3931920"/>
            <a:ext cx="6172200" cy="46272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F65DB5-CE5F-584E-A675-B6669FBCA882}"/>
              </a:ext>
            </a:extLst>
          </p:cNvPr>
          <p:cNvSpPr txBox="1"/>
          <p:nvPr/>
        </p:nvSpPr>
        <p:spPr>
          <a:xfrm>
            <a:off x="6023199" y="8866821"/>
            <a:ext cx="371168" cy="10994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EA36E680-CA23-4A7B-A569-206E3541EBB7}" type="slidenum">
              <a:rPr kumimoji="0" lang="en-US" sz="700" b="1" i="0" u="none" strike="noStrike" kern="1200" cap="none" spc="100" normalizeH="0" baseline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700" b="1" i="0" u="none" strike="noStrike" kern="1200" cap="none" spc="100" normalizeH="0" baseline="0">
              <a:ln>
                <a:noFill/>
              </a:ln>
              <a:solidFill>
                <a:schemeClr val="tx2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7" name="ConfidentialityLevelBanner">
            <a:extLst>
              <a:ext uri="{FF2B5EF4-FFF2-40B4-BE49-F238E27FC236}">
                <a16:creationId xmlns:a16="http://schemas.microsoft.com/office/drawing/2014/main" id="{495B362C-8D0A-DA46-9887-A1FBC5903565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5320224" y="8844071"/>
            <a:ext cx="851372" cy="155448"/>
          </a:xfrm>
          <a:prstGeom prst="rect">
            <a:avLst/>
          </a:prstGeom>
          <a:solidFill>
            <a:schemeClr val="accent1">
              <a:lumMod val="20000"/>
              <a:lumOff val="80000"/>
              <a:alpha val="0"/>
            </a:schemeClr>
          </a:solidFill>
          <a:ln w="28575" cap="flat" cmpd="sng" algn="ctr">
            <a:solidFill>
              <a:schemeClr val="bg1">
                <a:lumMod val="65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700" b="1" i="0" u="none" strike="noStrike" cap="none" spc="100" normalizeH="0" baseline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CONFIDENTIAL</a:t>
            </a:r>
            <a:endParaRPr kumimoji="0" lang="en-US" sz="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997C0D-F045-BD44-85BD-4786123CCEBC}"/>
              </a:ext>
            </a:extLst>
          </p:cNvPr>
          <p:cNvSpPr txBox="1"/>
          <p:nvPr/>
        </p:nvSpPr>
        <p:spPr>
          <a:xfrm>
            <a:off x="686404" y="8869048"/>
            <a:ext cx="954779" cy="107722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100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 RESEARCH</a:t>
            </a:r>
          </a:p>
        </p:txBody>
      </p:sp>
      <p:pic>
        <p:nvPicPr>
          <p:cNvPr id="10" name="Picture 9" descr="Shape&#10;&#10;Description automatically generated">
            <a:extLst>
              <a:ext uri="{FF2B5EF4-FFF2-40B4-BE49-F238E27FC236}">
                <a16:creationId xmlns:a16="http://schemas.microsoft.com/office/drawing/2014/main" id="{4B18B9A7-BD49-40FF-A714-BAFF8E565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08" y="8712925"/>
            <a:ext cx="307792" cy="30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5732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365125"/>
            <a:ext cx="6172200" cy="3473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591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5EB69C80-E0E5-497B-8434-8E46CDAD98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4556" y="491402"/>
            <a:ext cx="1713124" cy="47309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57805" y="457200"/>
            <a:ext cx="8382000" cy="2597572"/>
          </a:xfrm>
        </p:spPr>
        <p:txBody>
          <a:bodyPr tIns="45720" anchor="b">
            <a:normAutofit/>
          </a:bodyPr>
          <a:lstStyle>
            <a:lvl1pPr algn="l">
              <a:lnSpc>
                <a:spcPct val="85000"/>
              </a:lnSpc>
              <a:defRPr sz="68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Enter </a:t>
            </a:r>
            <a:br>
              <a:rPr lang="en-US" dirty="0"/>
            </a:br>
            <a:r>
              <a:rPr lang="en-US" dirty="0"/>
              <a:t>Title of Presentation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0C02258-720E-D24C-860F-48E7B5585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805" y="3350257"/>
            <a:ext cx="8382000" cy="497059"/>
          </a:xfr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95000"/>
              </a:lnSpc>
              <a:spcBef>
                <a:spcPts val="900"/>
              </a:spcBef>
              <a:buNone/>
              <a:defRPr sz="3400" i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9F5EA4FA-029A-094C-A0B0-01A16AE32E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805" y="5532057"/>
            <a:ext cx="8382000" cy="316882"/>
          </a:xfrm>
        </p:spPr>
        <p:txBody>
          <a:bodyPr wrap="square" anchor="b">
            <a:spAutoFit/>
          </a:bodyPr>
          <a:lstStyle>
            <a:lvl1pPr marL="0" indent="0" algn="l">
              <a:lnSpc>
                <a:spcPct val="103000"/>
              </a:lnSpc>
              <a:spcBef>
                <a:spcPts val="0"/>
              </a:spcBef>
              <a:spcAft>
                <a:spcPts val="1500"/>
              </a:spcAft>
              <a:buNone/>
              <a:defRPr sz="2100" b="0" baseline="0">
                <a:solidFill>
                  <a:schemeClr val="tx2"/>
                </a:solidFill>
                <a:latin typeface="+mj-lt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Firstname Lastname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87FBCF71-6AB2-3344-9EFB-BB9A84956A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805" y="5965979"/>
            <a:ext cx="8382000" cy="180434"/>
          </a:xfrm>
        </p:spPr>
        <p:txBody>
          <a:bodyPr wrap="square">
            <a:sp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  <a:buNone/>
              <a:defRPr sz="1200" b="0" baseline="0">
                <a:solidFill>
                  <a:schemeClr val="tx2"/>
                </a:solidFill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Enter Job Title and/or 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2BC0E-0151-C143-A83B-1E1CE80E2600}"/>
              </a:ext>
            </a:extLst>
          </p:cNvPr>
          <p:cNvSpPr txBox="1"/>
          <p:nvPr userDrawn="1"/>
        </p:nvSpPr>
        <p:spPr>
          <a:xfrm>
            <a:off x="10870306" y="1850764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US" sz="1600" kern="1200" spc="-30"/>
          </a:p>
        </p:txBody>
      </p:sp>
      <p:sp>
        <p:nvSpPr>
          <p:cNvPr id="14" name="Overlay Box">
            <a:extLst>
              <a:ext uri="{FF2B5EF4-FFF2-40B4-BE49-F238E27FC236}">
                <a16:creationId xmlns:a16="http://schemas.microsoft.com/office/drawing/2014/main" id="{E6A227C2-62A9-487B-9E97-E54E7C8F5E24}"/>
              </a:ext>
            </a:extLst>
          </p:cNvPr>
          <p:cNvSpPr txBox="1"/>
          <p:nvPr userDrawn="1"/>
        </p:nvSpPr>
        <p:spPr>
          <a:xfrm>
            <a:off x="8839804" y="6400801"/>
            <a:ext cx="3352196" cy="45720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kern="1200" cap="none" normalizeH="0">
              <a:ln>
                <a:noFill/>
              </a:ln>
              <a:solidFill>
                <a:schemeClr val="tx2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20" name="Picture 19" descr="Logo, company name&#10;&#10;Description automatically generated">
            <a:extLst>
              <a:ext uri="{FF2B5EF4-FFF2-40B4-BE49-F238E27FC236}">
                <a16:creationId xmlns:a16="http://schemas.microsoft.com/office/drawing/2014/main" id="{7FB7D882-41FB-485D-99AC-8B1D6DECF5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13024" y="5520237"/>
            <a:ext cx="1744656" cy="68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211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76254DC-0E7B-4225-B938-379FB67588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21072" y="5466374"/>
            <a:ext cx="1736608" cy="76331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57805" y="457200"/>
            <a:ext cx="8382000" cy="2597572"/>
          </a:xfrm>
        </p:spPr>
        <p:txBody>
          <a:bodyPr tIns="45720" anchor="b">
            <a:normAutofit/>
          </a:bodyPr>
          <a:lstStyle>
            <a:lvl1pPr algn="l">
              <a:lnSpc>
                <a:spcPct val="85000"/>
              </a:lnSpc>
              <a:defRPr sz="6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Enter </a:t>
            </a:r>
            <a:br>
              <a:rPr lang="en-US"/>
            </a:br>
            <a:r>
              <a:rPr lang="en-US"/>
              <a:t>Title of Presentation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0C02258-720E-D24C-860F-48E7B5585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805" y="3350257"/>
            <a:ext cx="8382000" cy="497059"/>
          </a:xfr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95000"/>
              </a:lnSpc>
              <a:spcBef>
                <a:spcPts val="900"/>
              </a:spcBef>
              <a:buNone/>
              <a:defRPr sz="3400" i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9F5EA4FA-029A-094C-A0B0-01A16AE32E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805" y="5532057"/>
            <a:ext cx="8382000" cy="316882"/>
          </a:xfrm>
        </p:spPr>
        <p:txBody>
          <a:bodyPr wrap="square" anchor="b">
            <a:spAutoFit/>
          </a:bodyPr>
          <a:lstStyle>
            <a:lvl1pPr marL="0" indent="0" algn="l">
              <a:lnSpc>
                <a:spcPct val="103000"/>
              </a:lnSpc>
              <a:spcBef>
                <a:spcPts val="0"/>
              </a:spcBef>
              <a:spcAft>
                <a:spcPts val="1500"/>
              </a:spcAft>
              <a:buNone/>
              <a:defRPr sz="2100" b="0" baseline="0">
                <a:solidFill>
                  <a:schemeClr val="tx2"/>
                </a:solidFill>
                <a:latin typeface="+mj-lt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Firstname Lastname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87FBCF71-6AB2-3344-9EFB-BB9A84956A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805" y="5965979"/>
            <a:ext cx="8382000" cy="180434"/>
          </a:xfrm>
        </p:spPr>
        <p:txBody>
          <a:bodyPr wrap="square">
            <a:sp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  <a:buNone/>
              <a:defRPr sz="1200" b="0" baseline="0">
                <a:solidFill>
                  <a:schemeClr val="tx2"/>
                </a:solidFill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Enter Job Title and/or 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2BC0E-0151-C143-A83B-1E1CE80E2600}"/>
              </a:ext>
            </a:extLst>
          </p:cNvPr>
          <p:cNvSpPr txBox="1"/>
          <p:nvPr userDrawn="1"/>
        </p:nvSpPr>
        <p:spPr>
          <a:xfrm>
            <a:off x="10870306" y="1850764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lang="en-US" sz="1600" kern="1200" spc="-30"/>
          </a:p>
        </p:txBody>
      </p:sp>
      <p:sp>
        <p:nvSpPr>
          <p:cNvPr id="12" name="Overlay Box">
            <a:extLst>
              <a:ext uri="{FF2B5EF4-FFF2-40B4-BE49-F238E27FC236}">
                <a16:creationId xmlns:a16="http://schemas.microsoft.com/office/drawing/2014/main" id="{1C0D6675-CF7C-46A9-A1F7-81709E79B07E}"/>
              </a:ext>
            </a:extLst>
          </p:cNvPr>
          <p:cNvSpPr txBox="1"/>
          <p:nvPr userDrawn="1"/>
        </p:nvSpPr>
        <p:spPr>
          <a:xfrm>
            <a:off x="8839804" y="6400801"/>
            <a:ext cx="3352196" cy="45720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800" b="0" i="0" u="none" strike="noStrike" kern="1200" cap="none" normalizeH="0">
              <a:ln>
                <a:noFill/>
              </a:ln>
              <a:solidFill>
                <a:schemeClr val="tx2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13" name="Picture 12" descr="Background pattern&#10;&#10;Description automatically generated">
            <a:extLst>
              <a:ext uri="{FF2B5EF4-FFF2-40B4-BE49-F238E27FC236}">
                <a16:creationId xmlns:a16="http://schemas.microsoft.com/office/drawing/2014/main" id="{7FBE6049-05BA-425C-98F2-ABC7AFBE15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44556" y="491402"/>
            <a:ext cx="1713124" cy="473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348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1">
            <a:extLst>
              <a:ext uri="{FF2B5EF4-FFF2-40B4-BE49-F238E27FC236}">
                <a16:creationId xmlns:a16="http://schemas.microsoft.com/office/drawing/2014/main" id="{AFB34610-65FD-2742-920B-DCCD39F293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061" y="658028"/>
            <a:ext cx="3606639" cy="2199472"/>
          </a:xfrm>
        </p:spPr>
        <p:txBody>
          <a:bodyPr anchor="t"/>
          <a:lstStyle/>
          <a:p>
            <a:r>
              <a:rPr lang="en-US"/>
              <a:t>Table of Contents</a:t>
            </a:r>
          </a:p>
        </p:txBody>
      </p:sp>
      <p:sp>
        <p:nvSpPr>
          <p:cNvPr id="22" name="Text Placeholder 64">
            <a:extLst>
              <a:ext uri="{FF2B5EF4-FFF2-40B4-BE49-F238E27FC236}">
                <a16:creationId xmlns:a16="http://schemas.microsoft.com/office/drawing/2014/main" id="{F9F5C97C-2052-5A41-8352-BA9E0DAF9B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62742" y="810368"/>
            <a:ext cx="370440" cy="304800"/>
          </a:xfrm>
        </p:spPr>
        <p:txBody>
          <a:bodyPr wrap="none" rIns="91440" anchor="ctr"/>
          <a:lstStyle>
            <a:lvl1pPr marL="0" indent="0" algn="r">
              <a:buNone/>
              <a:defRPr sz="2100">
                <a:solidFill>
                  <a:schemeClr val="accent2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3" name="Text Placeholder 64">
            <a:extLst>
              <a:ext uri="{FF2B5EF4-FFF2-40B4-BE49-F238E27FC236}">
                <a16:creationId xmlns:a16="http://schemas.microsoft.com/office/drawing/2014/main" id="{3D7BB07E-592D-DD45-9784-D236793A13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61580" y="810368"/>
            <a:ext cx="2625119" cy="304800"/>
          </a:xfrm>
        </p:spPr>
        <p:txBody>
          <a:bodyPr anchor="t"/>
          <a:lstStyle>
            <a:lvl1pPr marL="0" indent="0" algn="l">
              <a:buNone/>
              <a:defRPr sz="2100" i="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Name</a:t>
            </a:r>
          </a:p>
        </p:txBody>
      </p:sp>
      <p:sp>
        <p:nvSpPr>
          <p:cNvPr id="24" name="Text Placeholder 64">
            <a:extLst>
              <a:ext uri="{FF2B5EF4-FFF2-40B4-BE49-F238E27FC236}">
                <a16:creationId xmlns:a16="http://schemas.microsoft.com/office/drawing/2014/main" id="{C9A310E7-76EB-D340-B416-6395D1B06D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2742" y="2597287"/>
            <a:ext cx="370440" cy="304800"/>
          </a:xfrm>
        </p:spPr>
        <p:txBody>
          <a:bodyPr wrap="none" rIns="91440" anchor="ctr"/>
          <a:lstStyle>
            <a:lvl1pPr marL="0" indent="0" algn="r">
              <a:buNone/>
              <a:defRPr sz="2100">
                <a:solidFill>
                  <a:schemeClr val="accent2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5" name="Text Placeholder 64">
            <a:extLst>
              <a:ext uri="{FF2B5EF4-FFF2-40B4-BE49-F238E27FC236}">
                <a16:creationId xmlns:a16="http://schemas.microsoft.com/office/drawing/2014/main" id="{07881189-0E09-7345-B040-913A962E56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61580" y="2597287"/>
            <a:ext cx="2625119" cy="304800"/>
          </a:xfrm>
        </p:spPr>
        <p:txBody>
          <a:bodyPr anchor="t"/>
          <a:lstStyle>
            <a:lvl1pPr marL="0" indent="0" algn="l">
              <a:buNone/>
              <a:defRPr sz="2100" i="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Name</a:t>
            </a:r>
          </a:p>
        </p:txBody>
      </p:sp>
      <p:sp>
        <p:nvSpPr>
          <p:cNvPr id="26" name="Text Placeholder 64">
            <a:extLst>
              <a:ext uri="{FF2B5EF4-FFF2-40B4-BE49-F238E27FC236}">
                <a16:creationId xmlns:a16="http://schemas.microsoft.com/office/drawing/2014/main" id="{4A4450FB-0929-1D4F-96AA-6BA767301D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2742" y="4391187"/>
            <a:ext cx="370440" cy="304800"/>
          </a:xfrm>
        </p:spPr>
        <p:txBody>
          <a:bodyPr wrap="none" rIns="91440" anchor="ctr"/>
          <a:lstStyle>
            <a:lvl1pPr marL="0" indent="0" algn="r">
              <a:buNone/>
              <a:defRPr sz="2100">
                <a:solidFill>
                  <a:schemeClr val="accent2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7" name="Text Placeholder 64">
            <a:extLst>
              <a:ext uri="{FF2B5EF4-FFF2-40B4-BE49-F238E27FC236}">
                <a16:creationId xmlns:a16="http://schemas.microsoft.com/office/drawing/2014/main" id="{11104D28-5D74-454F-94D0-FA2ECB4B3C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1580" y="4391187"/>
            <a:ext cx="2625119" cy="304800"/>
          </a:xfrm>
        </p:spPr>
        <p:txBody>
          <a:bodyPr anchor="t"/>
          <a:lstStyle>
            <a:lvl1pPr marL="0" indent="0" algn="l">
              <a:buNone/>
              <a:defRPr sz="2100" i="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Name</a:t>
            </a:r>
          </a:p>
        </p:txBody>
      </p:sp>
      <p:sp>
        <p:nvSpPr>
          <p:cNvPr id="28" name="Text Placeholder 64">
            <a:extLst>
              <a:ext uri="{FF2B5EF4-FFF2-40B4-BE49-F238E27FC236}">
                <a16:creationId xmlns:a16="http://schemas.microsoft.com/office/drawing/2014/main" id="{22A3497E-91E9-7546-A1FC-AE4D53FE4D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73905" y="810368"/>
            <a:ext cx="370440" cy="304800"/>
          </a:xfrm>
        </p:spPr>
        <p:txBody>
          <a:bodyPr wrap="none" rIns="91440" anchor="ctr"/>
          <a:lstStyle>
            <a:lvl1pPr marL="0" indent="0" algn="r">
              <a:buNone/>
              <a:defRPr sz="2100">
                <a:solidFill>
                  <a:schemeClr val="accent2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9" name="Text Placeholder 64">
            <a:extLst>
              <a:ext uri="{FF2B5EF4-FFF2-40B4-BE49-F238E27FC236}">
                <a16:creationId xmlns:a16="http://schemas.microsoft.com/office/drawing/2014/main" id="{F07ED195-286C-8A41-B4B4-ECA0880ACA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7800" y="810368"/>
            <a:ext cx="2667000" cy="304800"/>
          </a:xfrm>
        </p:spPr>
        <p:txBody>
          <a:bodyPr anchor="t"/>
          <a:lstStyle>
            <a:lvl1pPr marL="0" indent="0" algn="l">
              <a:buNone/>
              <a:defRPr sz="2100" i="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Name</a:t>
            </a:r>
          </a:p>
        </p:txBody>
      </p:sp>
      <p:sp>
        <p:nvSpPr>
          <p:cNvPr id="30" name="Text Placeholder 64">
            <a:extLst>
              <a:ext uri="{FF2B5EF4-FFF2-40B4-BE49-F238E27FC236}">
                <a16:creationId xmlns:a16="http://schemas.microsoft.com/office/drawing/2014/main" id="{9C0F9C89-1FD2-DD40-ABF3-3AE49EA80A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3905" y="2597287"/>
            <a:ext cx="370440" cy="304800"/>
          </a:xfrm>
        </p:spPr>
        <p:txBody>
          <a:bodyPr wrap="none" rIns="91440" anchor="ctr"/>
          <a:lstStyle>
            <a:lvl1pPr marL="0" indent="0" algn="r">
              <a:buNone/>
              <a:defRPr sz="2100">
                <a:solidFill>
                  <a:schemeClr val="accent2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31" name="Text Placeholder 64">
            <a:extLst>
              <a:ext uri="{FF2B5EF4-FFF2-40B4-BE49-F238E27FC236}">
                <a16:creationId xmlns:a16="http://schemas.microsoft.com/office/drawing/2014/main" id="{85A4CEE8-7077-B54A-9EE4-A3B43B32227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67800" y="2597287"/>
            <a:ext cx="2667000" cy="304800"/>
          </a:xfrm>
        </p:spPr>
        <p:txBody>
          <a:bodyPr anchor="t"/>
          <a:lstStyle>
            <a:lvl1pPr marL="0" indent="0" algn="l">
              <a:buNone/>
              <a:defRPr sz="2100" i="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Name</a:t>
            </a:r>
          </a:p>
        </p:txBody>
      </p:sp>
      <p:sp>
        <p:nvSpPr>
          <p:cNvPr id="32" name="Text Placeholder 64">
            <a:extLst>
              <a:ext uri="{FF2B5EF4-FFF2-40B4-BE49-F238E27FC236}">
                <a16:creationId xmlns:a16="http://schemas.microsoft.com/office/drawing/2014/main" id="{311CD5A9-1B36-B64C-8D7E-21832CBF7E8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3905" y="4391187"/>
            <a:ext cx="370440" cy="304800"/>
          </a:xfrm>
        </p:spPr>
        <p:txBody>
          <a:bodyPr wrap="none" rIns="91440" anchor="ctr"/>
          <a:lstStyle>
            <a:lvl1pPr marL="0" indent="0" algn="r">
              <a:buNone/>
              <a:defRPr sz="2100">
                <a:solidFill>
                  <a:schemeClr val="accent2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33" name="Text Placeholder 64">
            <a:extLst>
              <a:ext uri="{FF2B5EF4-FFF2-40B4-BE49-F238E27FC236}">
                <a16:creationId xmlns:a16="http://schemas.microsoft.com/office/drawing/2014/main" id="{4F94B8FF-F27B-0345-AC38-56B8E078FEC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67800" y="4391187"/>
            <a:ext cx="2667000" cy="304800"/>
          </a:xfrm>
        </p:spPr>
        <p:txBody>
          <a:bodyPr anchor="t"/>
          <a:lstStyle>
            <a:lvl1pPr marL="0" indent="0" algn="l">
              <a:buNone/>
              <a:defRPr sz="2100" i="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Name</a:t>
            </a:r>
          </a:p>
        </p:txBody>
      </p:sp>
      <p:sp>
        <p:nvSpPr>
          <p:cNvPr id="34" name="Text Placeholder 64">
            <a:extLst>
              <a:ext uri="{FF2B5EF4-FFF2-40B4-BE49-F238E27FC236}">
                <a16:creationId xmlns:a16="http://schemas.microsoft.com/office/drawing/2014/main" id="{2F187913-1E0E-4242-B9F1-6B8289F43C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61580" y="1278036"/>
            <a:ext cx="2625119" cy="969863"/>
          </a:xfrm>
        </p:spPr>
        <p:txBody>
          <a:bodyPr anchor="t"/>
          <a:lstStyle>
            <a:lvl1pPr marL="0" indent="0" algn="l">
              <a:lnSpc>
                <a:spcPct val="103000"/>
              </a:lnSpc>
              <a:spcBef>
                <a:spcPts val="600"/>
              </a:spcBef>
              <a:buNone/>
              <a:defRPr sz="1200" i="0">
                <a:solidFill>
                  <a:schemeClr val="tx2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Topic summary</a:t>
            </a:r>
          </a:p>
        </p:txBody>
      </p:sp>
      <p:sp>
        <p:nvSpPr>
          <p:cNvPr id="35" name="Text Placeholder 64">
            <a:extLst>
              <a:ext uri="{FF2B5EF4-FFF2-40B4-BE49-F238E27FC236}">
                <a16:creationId xmlns:a16="http://schemas.microsoft.com/office/drawing/2014/main" id="{6F73080F-E64A-0A46-BE01-1198F74370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61580" y="3064955"/>
            <a:ext cx="2625119" cy="969863"/>
          </a:xfrm>
        </p:spPr>
        <p:txBody>
          <a:bodyPr anchor="t"/>
          <a:lstStyle>
            <a:lvl1pPr marL="0" indent="0" algn="l">
              <a:lnSpc>
                <a:spcPct val="103000"/>
              </a:lnSpc>
              <a:spcBef>
                <a:spcPts val="600"/>
              </a:spcBef>
              <a:buNone/>
              <a:defRPr sz="1200" i="0">
                <a:solidFill>
                  <a:schemeClr val="tx2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Topic summary</a:t>
            </a:r>
          </a:p>
        </p:txBody>
      </p:sp>
      <p:sp>
        <p:nvSpPr>
          <p:cNvPr id="36" name="Text Placeholder 64">
            <a:extLst>
              <a:ext uri="{FF2B5EF4-FFF2-40B4-BE49-F238E27FC236}">
                <a16:creationId xmlns:a16="http://schemas.microsoft.com/office/drawing/2014/main" id="{FD8D350E-A604-6E47-A770-E701A13B6E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61580" y="4858855"/>
            <a:ext cx="2625119" cy="969863"/>
          </a:xfrm>
        </p:spPr>
        <p:txBody>
          <a:bodyPr anchor="t"/>
          <a:lstStyle>
            <a:lvl1pPr marL="0" indent="0" algn="l">
              <a:lnSpc>
                <a:spcPct val="103000"/>
              </a:lnSpc>
              <a:spcBef>
                <a:spcPts val="600"/>
              </a:spcBef>
              <a:buNone/>
              <a:defRPr sz="1200" i="0">
                <a:solidFill>
                  <a:schemeClr val="tx2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Topic summary</a:t>
            </a:r>
          </a:p>
        </p:txBody>
      </p:sp>
      <p:sp>
        <p:nvSpPr>
          <p:cNvPr id="37" name="Text Placeholder 64">
            <a:extLst>
              <a:ext uri="{FF2B5EF4-FFF2-40B4-BE49-F238E27FC236}">
                <a16:creationId xmlns:a16="http://schemas.microsoft.com/office/drawing/2014/main" id="{2B317F54-1E7E-B742-8A4D-95CA801576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7800" y="1278036"/>
            <a:ext cx="2675889" cy="969863"/>
          </a:xfrm>
        </p:spPr>
        <p:txBody>
          <a:bodyPr anchor="t"/>
          <a:lstStyle>
            <a:lvl1pPr marL="0" indent="0" algn="l">
              <a:lnSpc>
                <a:spcPct val="103000"/>
              </a:lnSpc>
              <a:spcBef>
                <a:spcPts val="600"/>
              </a:spcBef>
              <a:buNone/>
              <a:defRPr sz="1200" i="0">
                <a:solidFill>
                  <a:schemeClr val="tx2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Topic summary</a:t>
            </a:r>
          </a:p>
        </p:txBody>
      </p:sp>
      <p:sp>
        <p:nvSpPr>
          <p:cNvPr id="38" name="Text Placeholder 64">
            <a:extLst>
              <a:ext uri="{FF2B5EF4-FFF2-40B4-BE49-F238E27FC236}">
                <a16:creationId xmlns:a16="http://schemas.microsoft.com/office/drawing/2014/main" id="{7657FB1F-04C7-6445-81FE-D15C63184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67800" y="3064955"/>
            <a:ext cx="2675889" cy="969863"/>
          </a:xfrm>
        </p:spPr>
        <p:txBody>
          <a:bodyPr anchor="t"/>
          <a:lstStyle>
            <a:lvl1pPr marL="0" indent="0" algn="l">
              <a:lnSpc>
                <a:spcPct val="103000"/>
              </a:lnSpc>
              <a:spcBef>
                <a:spcPts val="600"/>
              </a:spcBef>
              <a:buNone/>
              <a:defRPr sz="1200" i="0">
                <a:solidFill>
                  <a:schemeClr val="tx2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Topic summary</a:t>
            </a:r>
          </a:p>
        </p:txBody>
      </p:sp>
      <p:sp>
        <p:nvSpPr>
          <p:cNvPr id="39" name="Text Placeholder 64">
            <a:extLst>
              <a:ext uri="{FF2B5EF4-FFF2-40B4-BE49-F238E27FC236}">
                <a16:creationId xmlns:a16="http://schemas.microsoft.com/office/drawing/2014/main" id="{DFE0A3E3-B7A0-2540-8806-61D6B956C95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67800" y="4858855"/>
            <a:ext cx="2675889" cy="969863"/>
          </a:xfrm>
        </p:spPr>
        <p:txBody>
          <a:bodyPr anchor="t"/>
          <a:lstStyle>
            <a:lvl1pPr marL="0" indent="0" algn="l">
              <a:lnSpc>
                <a:spcPct val="103000"/>
              </a:lnSpc>
              <a:spcBef>
                <a:spcPts val="600"/>
              </a:spcBef>
              <a:buNone/>
              <a:defRPr sz="1200" i="0">
                <a:solidFill>
                  <a:schemeClr val="tx2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Topic summary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BD7D9A-2498-284C-A8B0-47735D79A188}"/>
              </a:ext>
            </a:extLst>
          </p:cNvPr>
          <p:cNvSpPr/>
          <p:nvPr userDrawn="1"/>
        </p:nvSpPr>
        <p:spPr bwMode="auto">
          <a:xfrm>
            <a:off x="11278892" y="6243739"/>
            <a:ext cx="911629" cy="304800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i="0" u="none" strike="noStrike" cap="none" normalizeH="0" baseline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6034253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C9FEE45-56CA-9A44-B6BC-85F4EA617F6A}"/>
              </a:ext>
            </a:extLst>
          </p:cNvPr>
          <p:cNvSpPr/>
          <p:nvPr userDrawn="1"/>
        </p:nvSpPr>
        <p:spPr bwMode="auto">
          <a:xfrm>
            <a:off x="4305299" y="0"/>
            <a:ext cx="7886701" cy="6858000"/>
          </a:xfrm>
          <a:prstGeom prst="rect">
            <a:avLst/>
          </a:prstGeom>
          <a:solidFill>
            <a:schemeClr val="bg2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FB425-BFBA-9048-B98A-1722DAA66F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061" y="959114"/>
            <a:ext cx="2616039" cy="1898386"/>
          </a:xfrm>
        </p:spPr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75805CC5-8A18-3B4F-82AD-7C7E5A9B9A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8067" y="1069848"/>
            <a:ext cx="502648" cy="301752"/>
          </a:xfrm>
        </p:spPr>
        <p:txBody>
          <a:bodyPr wrap="none" rIns="91440" anchor="ctr"/>
          <a:lstStyle>
            <a:lvl1pPr marL="0" indent="0" algn="r">
              <a:buNone/>
              <a:defRPr sz="2700">
                <a:solidFill>
                  <a:schemeClr val="accent2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66" name="Text Placeholder 64">
            <a:extLst>
              <a:ext uri="{FF2B5EF4-FFF2-40B4-BE49-F238E27FC236}">
                <a16:creationId xmlns:a16="http://schemas.microsoft.com/office/drawing/2014/main" id="{E08F8BFD-52B2-0A45-BFFA-B1076F80CA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8960" y="1069848"/>
            <a:ext cx="5394960" cy="301752"/>
          </a:xfrm>
        </p:spPr>
        <p:txBody>
          <a:bodyPr anchor="ctr"/>
          <a:lstStyle>
            <a:lvl1pPr marL="0" indent="0" algn="l">
              <a:buNone/>
              <a:defRPr sz="2700" i="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Name</a:t>
            </a:r>
          </a:p>
        </p:txBody>
      </p:sp>
      <p:sp>
        <p:nvSpPr>
          <p:cNvPr id="71" name="Text Placeholder 64">
            <a:extLst>
              <a:ext uri="{FF2B5EF4-FFF2-40B4-BE49-F238E27FC236}">
                <a16:creationId xmlns:a16="http://schemas.microsoft.com/office/drawing/2014/main" id="{7B490C42-41F9-5B44-BFAF-0E588E0C81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88067" y="1961025"/>
            <a:ext cx="502648" cy="301752"/>
          </a:xfrm>
        </p:spPr>
        <p:txBody>
          <a:bodyPr wrap="none" rIns="91440" anchor="ctr"/>
          <a:lstStyle>
            <a:lvl1pPr marL="0" indent="0" algn="r">
              <a:buNone/>
              <a:defRPr sz="2700">
                <a:solidFill>
                  <a:schemeClr val="accent2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72" name="Text Placeholder 64">
            <a:extLst>
              <a:ext uri="{FF2B5EF4-FFF2-40B4-BE49-F238E27FC236}">
                <a16:creationId xmlns:a16="http://schemas.microsoft.com/office/drawing/2014/main" id="{E0ECA722-60CC-7E40-B343-42F76C0381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8960" y="1961025"/>
            <a:ext cx="5394960" cy="301752"/>
          </a:xfrm>
        </p:spPr>
        <p:txBody>
          <a:bodyPr anchor="ctr"/>
          <a:lstStyle>
            <a:lvl1pPr marL="0" indent="0" algn="l">
              <a:buNone/>
              <a:defRPr sz="2700" i="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Name</a:t>
            </a:r>
          </a:p>
        </p:txBody>
      </p:sp>
      <p:sp>
        <p:nvSpPr>
          <p:cNvPr id="74" name="Text Placeholder 64">
            <a:extLst>
              <a:ext uri="{FF2B5EF4-FFF2-40B4-BE49-F238E27FC236}">
                <a16:creationId xmlns:a16="http://schemas.microsoft.com/office/drawing/2014/main" id="{068D80BF-656F-D442-B607-C3B6CB435D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88067" y="2852202"/>
            <a:ext cx="502648" cy="301752"/>
          </a:xfrm>
        </p:spPr>
        <p:txBody>
          <a:bodyPr wrap="none" rIns="91440" anchor="ctr"/>
          <a:lstStyle>
            <a:lvl1pPr marL="0" indent="0" algn="r">
              <a:buNone/>
              <a:defRPr sz="2700">
                <a:solidFill>
                  <a:schemeClr val="accent2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75" name="Text Placeholder 64">
            <a:extLst>
              <a:ext uri="{FF2B5EF4-FFF2-40B4-BE49-F238E27FC236}">
                <a16:creationId xmlns:a16="http://schemas.microsoft.com/office/drawing/2014/main" id="{569A918B-BA72-334C-85EB-3C7A4B7051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98960" y="2852202"/>
            <a:ext cx="5394960" cy="301752"/>
          </a:xfrm>
        </p:spPr>
        <p:txBody>
          <a:bodyPr anchor="ctr"/>
          <a:lstStyle>
            <a:lvl1pPr marL="0" indent="0" algn="l">
              <a:buNone/>
              <a:defRPr sz="2700" i="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Name</a:t>
            </a:r>
          </a:p>
        </p:txBody>
      </p:sp>
      <p:sp>
        <p:nvSpPr>
          <p:cNvPr id="77" name="Text Placeholder 64">
            <a:extLst>
              <a:ext uri="{FF2B5EF4-FFF2-40B4-BE49-F238E27FC236}">
                <a16:creationId xmlns:a16="http://schemas.microsoft.com/office/drawing/2014/main" id="{F4C2A7CB-57CE-F241-B3AB-12C10D55C2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88067" y="3743379"/>
            <a:ext cx="502648" cy="301752"/>
          </a:xfrm>
        </p:spPr>
        <p:txBody>
          <a:bodyPr wrap="none" rIns="91440" anchor="ctr"/>
          <a:lstStyle>
            <a:lvl1pPr marL="0" indent="0" algn="r">
              <a:buNone/>
              <a:defRPr sz="2700">
                <a:solidFill>
                  <a:schemeClr val="accent2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78" name="Text Placeholder 64">
            <a:extLst>
              <a:ext uri="{FF2B5EF4-FFF2-40B4-BE49-F238E27FC236}">
                <a16:creationId xmlns:a16="http://schemas.microsoft.com/office/drawing/2014/main" id="{C7732BE6-0C87-0D46-AD63-172DCDCC15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98960" y="3743379"/>
            <a:ext cx="5394960" cy="301752"/>
          </a:xfrm>
        </p:spPr>
        <p:txBody>
          <a:bodyPr anchor="ctr"/>
          <a:lstStyle>
            <a:lvl1pPr marL="0" indent="0" algn="l">
              <a:buNone/>
              <a:defRPr sz="2700" i="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Name</a:t>
            </a:r>
          </a:p>
        </p:txBody>
      </p:sp>
      <p:sp>
        <p:nvSpPr>
          <p:cNvPr id="83" name="Text Placeholder 64">
            <a:extLst>
              <a:ext uri="{FF2B5EF4-FFF2-40B4-BE49-F238E27FC236}">
                <a16:creationId xmlns:a16="http://schemas.microsoft.com/office/drawing/2014/main" id="{19D7929C-2F2B-6E43-8FA2-31FBDDB6E9A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88067" y="4634556"/>
            <a:ext cx="502648" cy="301752"/>
          </a:xfrm>
        </p:spPr>
        <p:txBody>
          <a:bodyPr wrap="none" rIns="91440" anchor="ctr"/>
          <a:lstStyle>
            <a:lvl1pPr marL="0" indent="0" algn="r">
              <a:buNone/>
              <a:defRPr sz="2700">
                <a:solidFill>
                  <a:schemeClr val="accent2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84" name="Text Placeholder 64">
            <a:extLst>
              <a:ext uri="{FF2B5EF4-FFF2-40B4-BE49-F238E27FC236}">
                <a16:creationId xmlns:a16="http://schemas.microsoft.com/office/drawing/2014/main" id="{30DA7D0C-1529-CA49-85CA-7566FC1DAA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98960" y="4634556"/>
            <a:ext cx="5394960" cy="301752"/>
          </a:xfrm>
        </p:spPr>
        <p:txBody>
          <a:bodyPr anchor="ctr"/>
          <a:lstStyle>
            <a:lvl1pPr marL="0" indent="0" algn="l">
              <a:buNone/>
              <a:defRPr sz="2700" i="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Name</a:t>
            </a:r>
          </a:p>
        </p:txBody>
      </p:sp>
      <p:sp>
        <p:nvSpPr>
          <p:cNvPr id="58" name="Text Placeholder 64">
            <a:extLst>
              <a:ext uri="{FF2B5EF4-FFF2-40B4-BE49-F238E27FC236}">
                <a16:creationId xmlns:a16="http://schemas.microsoft.com/office/drawing/2014/main" id="{754D030B-CDF0-B940-90CF-217DAD575F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10993" y="1278036"/>
            <a:ext cx="2616307" cy="969863"/>
          </a:xfrm>
        </p:spPr>
        <p:txBody>
          <a:bodyPr anchor="t"/>
          <a:lstStyle>
            <a:lvl1pPr marL="0" indent="0" algn="l">
              <a:lnSpc>
                <a:spcPct val="103000"/>
              </a:lnSpc>
              <a:spcBef>
                <a:spcPts val="600"/>
              </a:spcBef>
              <a:buNone/>
              <a:defRPr sz="1200" i="0">
                <a:solidFill>
                  <a:schemeClr val="tx2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Topic summary</a:t>
            </a:r>
          </a:p>
        </p:txBody>
      </p:sp>
      <p:sp>
        <p:nvSpPr>
          <p:cNvPr id="59" name="Text Placeholder 64">
            <a:extLst>
              <a:ext uri="{FF2B5EF4-FFF2-40B4-BE49-F238E27FC236}">
                <a16:creationId xmlns:a16="http://schemas.microsoft.com/office/drawing/2014/main" id="{812A7FD4-445C-AD4A-BFFB-B580456AB9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10993" y="3064955"/>
            <a:ext cx="2616307" cy="969863"/>
          </a:xfrm>
        </p:spPr>
        <p:txBody>
          <a:bodyPr anchor="t"/>
          <a:lstStyle>
            <a:lvl1pPr marL="0" indent="0" algn="l">
              <a:lnSpc>
                <a:spcPct val="103000"/>
              </a:lnSpc>
              <a:spcBef>
                <a:spcPts val="600"/>
              </a:spcBef>
              <a:buNone/>
              <a:defRPr sz="1200" i="0">
                <a:solidFill>
                  <a:schemeClr val="tx2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Topic summary</a:t>
            </a:r>
          </a:p>
        </p:txBody>
      </p:sp>
      <p:sp>
        <p:nvSpPr>
          <p:cNvPr id="60" name="Text Placeholder 64">
            <a:extLst>
              <a:ext uri="{FF2B5EF4-FFF2-40B4-BE49-F238E27FC236}">
                <a16:creationId xmlns:a16="http://schemas.microsoft.com/office/drawing/2014/main" id="{2044F1C2-D785-2D45-ABFB-6D10FFAA6B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610993" y="4858855"/>
            <a:ext cx="2616307" cy="969863"/>
          </a:xfrm>
        </p:spPr>
        <p:txBody>
          <a:bodyPr anchor="t"/>
          <a:lstStyle>
            <a:lvl1pPr marL="0" indent="0" algn="l">
              <a:lnSpc>
                <a:spcPct val="103000"/>
              </a:lnSpc>
              <a:spcBef>
                <a:spcPts val="600"/>
              </a:spcBef>
              <a:buNone/>
              <a:defRPr sz="1200" i="0">
                <a:solidFill>
                  <a:schemeClr val="tx2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Topic summary</a:t>
            </a:r>
          </a:p>
        </p:txBody>
      </p:sp>
      <p:sp>
        <p:nvSpPr>
          <p:cNvPr id="61" name="Text Placeholder 64">
            <a:extLst>
              <a:ext uri="{FF2B5EF4-FFF2-40B4-BE49-F238E27FC236}">
                <a16:creationId xmlns:a16="http://schemas.microsoft.com/office/drawing/2014/main" id="{6919A147-27F9-E743-A78C-B74D594620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408400" y="1278036"/>
            <a:ext cx="2666907" cy="969863"/>
          </a:xfrm>
        </p:spPr>
        <p:txBody>
          <a:bodyPr anchor="t"/>
          <a:lstStyle>
            <a:lvl1pPr marL="0" indent="0" algn="l">
              <a:lnSpc>
                <a:spcPct val="103000"/>
              </a:lnSpc>
              <a:spcBef>
                <a:spcPts val="600"/>
              </a:spcBef>
              <a:buNone/>
              <a:defRPr sz="1200" i="0">
                <a:solidFill>
                  <a:schemeClr val="tx2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Topic summary</a:t>
            </a:r>
          </a:p>
        </p:txBody>
      </p:sp>
      <p:sp>
        <p:nvSpPr>
          <p:cNvPr id="62" name="Text Placeholder 64">
            <a:extLst>
              <a:ext uri="{FF2B5EF4-FFF2-40B4-BE49-F238E27FC236}">
                <a16:creationId xmlns:a16="http://schemas.microsoft.com/office/drawing/2014/main" id="{8A592CD4-C6A5-E846-8677-B1C111B674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408400" y="3064955"/>
            <a:ext cx="2666907" cy="969863"/>
          </a:xfrm>
        </p:spPr>
        <p:txBody>
          <a:bodyPr anchor="t"/>
          <a:lstStyle>
            <a:lvl1pPr marL="0" indent="0" algn="l">
              <a:lnSpc>
                <a:spcPct val="103000"/>
              </a:lnSpc>
              <a:spcBef>
                <a:spcPts val="600"/>
              </a:spcBef>
              <a:buNone/>
              <a:defRPr sz="1200" i="0">
                <a:solidFill>
                  <a:schemeClr val="tx2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Topic summary</a:t>
            </a:r>
          </a:p>
        </p:txBody>
      </p:sp>
      <p:sp>
        <p:nvSpPr>
          <p:cNvPr id="63" name="Text Placeholder 64">
            <a:extLst>
              <a:ext uri="{FF2B5EF4-FFF2-40B4-BE49-F238E27FC236}">
                <a16:creationId xmlns:a16="http://schemas.microsoft.com/office/drawing/2014/main" id="{3907FD71-ACFE-1D48-B9CE-9679D4C285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408400" y="4858855"/>
            <a:ext cx="2666907" cy="969863"/>
          </a:xfrm>
        </p:spPr>
        <p:txBody>
          <a:bodyPr anchor="t"/>
          <a:lstStyle>
            <a:lvl1pPr marL="0" indent="0" algn="l">
              <a:lnSpc>
                <a:spcPct val="103000"/>
              </a:lnSpc>
              <a:spcBef>
                <a:spcPts val="600"/>
              </a:spcBef>
              <a:buNone/>
              <a:defRPr sz="1200" i="0">
                <a:solidFill>
                  <a:schemeClr val="tx2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Topic summary</a:t>
            </a:r>
          </a:p>
        </p:txBody>
      </p:sp>
      <p:sp>
        <p:nvSpPr>
          <p:cNvPr id="64" name="Text Placeholder 64">
            <a:extLst>
              <a:ext uri="{FF2B5EF4-FFF2-40B4-BE49-F238E27FC236}">
                <a16:creationId xmlns:a16="http://schemas.microsoft.com/office/drawing/2014/main" id="{74D309A4-F854-0A40-A0A7-F3FA2F018C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88067" y="5525733"/>
            <a:ext cx="502648" cy="304800"/>
          </a:xfrm>
        </p:spPr>
        <p:txBody>
          <a:bodyPr wrap="none" rIns="91440" anchor="ctr"/>
          <a:lstStyle>
            <a:lvl1pPr marL="0" indent="0" algn="r">
              <a:buNone/>
              <a:defRPr sz="2700">
                <a:solidFill>
                  <a:schemeClr val="accent2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68" name="Text Placeholder 64">
            <a:extLst>
              <a:ext uri="{FF2B5EF4-FFF2-40B4-BE49-F238E27FC236}">
                <a16:creationId xmlns:a16="http://schemas.microsoft.com/office/drawing/2014/main" id="{94B16C14-14AD-5140-B283-6EC3F9C560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98960" y="5527257"/>
            <a:ext cx="5394960" cy="301752"/>
          </a:xfrm>
        </p:spPr>
        <p:txBody>
          <a:bodyPr anchor="ctr"/>
          <a:lstStyle>
            <a:lvl1pPr marL="0" indent="0" algn="l">
              <a:buNone/>
              <a:defRPr sz="2700" i="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Section Name</a:t>
            </a:r>
          </a:p>
        </p:txBody>
      </p:sp>
    </p:spTree>
    <p:extLst>
      <p:ext uri="{BB962C8B-B14F-4D97-AF65-F5344CB8AC3E}">
        <p14:creationId xmlns:p14="http://schemas.microsoft.com/office/powerpoint/2010/main" val="37115385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813686" y="1785104"/>
            <a:ext cx="7025514" cy="1538388"/>
          </a:xfrm>
        </p:spPr>
        <p:txBody>
          <a:bodyPr tIns="45720" anchor="b"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Enter </a:t>
            </a:r>
            <a:br>
              <a:rPr lang="en-US"/>
            </a:br>
            <a:r>
              <a:rPr lang="en-US"/>
              <a:t>Name of Section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0C02258-720E-D24C-860F-48E7B5585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3686" y="3429000"/>
            <a:ext cx="7025515" cy="356572"/>
          </a:xfr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3000"/>
              </a:lnSpc>
              <a:spcBef>
                <a:spcPts val="1500"/>
              </a:spcBef>
              <a:buNone/>
              <a:defRPr sz="2400" i="1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9F5EA4FA-029A-094C-A0B0-01A16AE32E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673106"/>
            <a:ext cx="723900" cy="615553"/>
          </a:xfrm>
        </p:spPr>
        <p:txBody>
          <a:bodyPr wrap="square" r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b="0" baseline="0">
                <a:solidFill>
                  <a:schemeClr val="accent2"/>
                </a:solidFill>
                <a:latin typeface="+mj-lt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07F9E8-F386-A247-93EF-E6ACDF8185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173" t="71181" b="14226"/>
          <a:stretch/>
        </p:blipFill>
        <p:spPr>
          <a:xfrm>
            <a:off x="1728000" y="4881600"/>
            <a:ext cx="10464000" cy="1000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6423B8F-1573-450C-B54B-1F06542B4ACF}"/>
              </a:ext>
            </a:extLst>
          </p:cNvPr>
          <p:cNvSpPr/>
          <p:nvPr userDrawn="1"/>
        </p:nvSpPr>
        <p:spPr bwMode="auto">
          <a:xfrm>
            <a:off x="8709891" y="6283829"/>
            <a:ext cx="3482109" cy="574171"/>
          </a:xfrm>
          <a:prstGeom prst="rect">
            <a:avLst/>
          </a:prstGeom>
          <a:solidFill>
            <a:schemeClr val="bg2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154632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FB425-BFBA-9048-B98A-1722DAA66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975868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2613A-30D1-C74F-8AD3-51D08865F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12EF9-3565-6244-A092-FAEE2FCDE4A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0061" y="939749"/>
            <a:ext cx="11271168" cy="6355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59863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2613A-30D1-C74F-8AD3-51D08865F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12EF9-3565-6244-A092-FAEE2FCDE4A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70061" y="1645920"/>
            <a:ext cx="11271168" cy="4495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069839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BBD33-6450-7846-8CB6-E0B4118F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DDDD0EF-DDD6-CF4A-B794-5A224237EAA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0061" y="1645920"/>
            <a:ext cx="5513832" cy="4495800"/>
          </a:xfrm>
        </p:spPr>
        <p:txBody>
          <a:bodyPr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A04F16C-B1B8-1148-A86B-E7447D7BD7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7397" y="1645920"/>
            <a:ext cx="5513832" cy="4495800"/>
          </a:xfrm>
        </p:spPr>
        <p:txBody>
          <a:bodyPr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598638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eigh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BBD33-6450-7846-8CB6-E0B4118F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039E3A-9D70-BA4A-89F1-CCD22013E67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0061" y="1645920"/>
            <a:ext cx="3606639" cy="4495800"/>
          </a:xfrm>
        </p:spPr>
        <p:txBody>
          <a:bodyPr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3674642-C681-4049-B537-437CD92695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05300" y="1645920"/>
            <a:ext cx="7435929" cy="4495800"/>
          </a:xfrm>
        </p:spPr>
        <p:txBody>
          <a:bodyPr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339434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A569CC-FF0D-B940-87F9-2250AB926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25" y="330817"/>
            <a:ext cx="11271168" cy="5232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B22A31-06B1-EA47-B6DE-DC190F52FE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0125" y="1645920"/>
            <a:ext cx="3621024" cy="4495800"/>
          </a:xfrm>
        </p:spPr>
        <p:txBody>
          <a:bodyPr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9FDAA029-5E9E-8940-A2D8-287324411E8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197" y="1645920"/>
            <a:ext cx="3621024" cy="4495800"/>
          </a:xfrm>
        </p:spPr>
        <p:txBody>
          <a:bodyPr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93D5255-D40F-684E-8DBF-B9B5F507398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20269" y="1645920"/>
            <a:ext cx="3621024" cy="4495800"/>
          </a:xfrm>
        </p:spPr>
        <p:txBody>
          <a:bodyPr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581362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A749BA-A8E0-4944-843E-DD1267BBB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E3905050-976B-5E45-87E8-BD9035EEF0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061" y="1645920"/>
            <a:ext cx="2633472" cy="4495800"/>
          </a:xfrm>
        </p:spPr>
        <p:txBody>
          <a:bodyPr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D5F6E019-AA66-A248-B5BC-0D0DBE521F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349293" y="1645920"/>
            <a:ext cx="2633472" cy="4495800"/>
          </a:xfrm>
        </p:spPr>
        <p:txBody>
          <a:bodyPr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53B354C4-066A-054C-A070-F7A6ED0C68E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28525" y="1645920"/>
            <a:ext cx="2633472" cy="4495800"/>
          </a:xfrm>
        </p:spPr>
        <p:txBody>
          <a:bodyPr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B4AA97EA-11C3-F642-ABA7-5A11A645744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107757" y="1645920"/>
            <a:ext cx="2633472" cy="4495800"/>
          </a:xfrm>
        </p:spPr>
        <p:txBody>
          <a:bodyPr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581362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A749BA-A8E0-4944-843E-DD1267BBB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E3905050-976B-5E45-87E8-BD9035EEF0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061" y="1645920"/>
            <a:ext cx="2011680" cy="4495800"/>
          </a:xfrm>
        </p:spPr>
        <p:txBody>
          <a:bodyPr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D5F6E019-AA66-A248-B5BC-0D0DBE521F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784933" y="1645920"/>
            <a:ext cx="2011680" cy="4495800"/>
          </a:xfrm>
        </p:spPr>
        <p:txBody>
          <a:bodyPr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53B354C4-066A-054C-A070-F7A6ED0C68E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099805" y="1645920"/>
            <a:ext cx="2011680" cy="4495800"/>
          </a:xfrm>
        </p:spPr>
        <p:txBody>
          <a:bodyPr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B4AA97EA-11C3-F642-ABA7-5A11A645744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14677" y="1645920"/>
            <a:ext cx="2011680" cy="4495800"/>
          </a:xfrm>
        </p:spPr>
        <p:txBody>
          <a:bodyPr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3F0619D8-FD91-48CB-9822-AD214DFDE34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729549" y="1645920"/>
            <a:ext cx="2011680" cy="4495800"/>
          </a:xfrm>
        </p:spPr>
        <p:txBody>
          <a:bodyPr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9851439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DDDD0EF-DDD6-CF4A-B794-5A224237EAA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0061" y="2560320"/>
            <a:ext cx="5513832" cy="3581400"/>
          </a:xfrm>
        </p:spPr>
        <p:txBody>
          <a:bodyPr lIns="18288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A04F16C-B1B8-1148-A86B-E7447D7BD7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7397" y="2560320"/>
            <a:ext cx="5513832" cy="3581400"/>
          </a:xfrm>
        </p:spPr>
        <p:txBody>
          <a:bodyPr lIns="18288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05E6F-7E29-8A4C-88D7-63D30A87E1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061" y="1645920"/>
            <a:ext cx="5513832" cy="609600"/>
          </a:xfrm>
          <a:solidFill>
            <a:schemeClr val="bg2"/>
          </a:solidFill>
        </p:spPr>
        <p:txBody>
          <a:bodyPr lIns="228600" rIns="0" anchor="ctr"/>
          <a:lstStyle>
            <a:lvl1pPr marL="0" indent="0" algn="l">
              <a:lnSpc>
                <a:spcPct val="103000"/>
              </a:lnSpc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1C6BEF8-A683-E145-871B-DE9B84D408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27397" y="1645920"/>
            <a:ext cx="5513832" cy="609600"/>
          </a:xfrm>
          <a:solidFill>
            <a:schemeClr val="bg2"/>
          </a:solidFill>
        </p:spPr>
        <p:txBody>
          <a:bodyPr lIns="228600" rIns="0" anchor="ctr"/>
          <a:lstStyle>
            <a:lvl1pPr marL="0" indent="0" algn="l">
              <a:lnSpc>
                <a:spcPct val="103000"/>
              </a:lnSpc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F1495176-EF9F-4736-A21A-CDE03B12A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778628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DDDD0EF-DDD6-CF4A-B794-5A224237EAA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0061" y="2560320"/>
            <a:ext cx="3621024" cy="3581400"/>
          </a:xfrm>
        </p:spPr>
        <p:txBody>
          <a:bodyPr lIns="18288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A04F16C-B1B8-1148-A86B-E7447D7BD7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5133" y="2560320"/>
            <a:ext cx="3621024" cy="3581400"/>
          </a:xfrm>
        </p:spPr>
        <p:txBody>
          <a:bodyPr lIns="18288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05E6F-7E29-8A4C-88D7-63D30A87E1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061" y="1645920"/>
            <a:ext cx="3621024" cy="609600"/>
          </a:xfrm>
          <a:solidFill>
            <a:schemeClr val="bg2"/>
          </a:solidFill>
        </p:spPr>
        <p:txBody>
          <a:bodyPr lIns="228600" rIns="0" anchor="ctr"/>
          <a:lstStyle>
            <a:lvl1pPr marL="0" indent="0" algn="l">
              <a:lnSpc>
                <a:spcPct val="103000"/>
              </a:lnSpc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1C6BEF8-A683-E145-871B-DE9B84D408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95133" y="1645920"/>
            <a:ext cx="3621024" cy="609600"/>
          </a:xfrm>
          <a:solidFill>
            <a:schemeClr val="bg2"/>
          </a:solidFill>
        </p:spPr>
        <p:txBody>
          <a:bodyPr lIns="228600" rIns="0" anchor="ctr"/>
          <a:lstStyle>
            <a:lvl1pPr marL="0" indent="0" algn="l">
              <a:lnSpc>
                <a:spcPct val="103000"/>
              </a:lnSpc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37BCDB7-1A3B-2946-9635-351C11A0EE3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20205" y="2560320"/>
            <a:ext cx="3621024" cy="3581400"/>
          </a:xfrm>
        </p:spPr>
        <p:txBody>
          <a:bodyPr lIns="18288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91A482C-DBEC-C941-A1E1-13448D3AFE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0205" y="1645920"/>
            <a:ext cx="3621024" cy="609600"/>
          </a:xfrm>
          <a:solidFill>
            <a:schemeClr val="bg2"/>
          </a:solidFill>
        </p:spPr>
        <p:txBody>
          <a:bodyPr lIns="228600" rIns="0" anchor="ctr"/>
          <a:lstStyle>
            <a:lvl1pPr marL="0" indent="0" algn="l">
              <a:lnSpc>
                <a:spcPct val="103000"/>
              </a:lnSpc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2601A773-F60B-4AE2-941D-FD2CD91F5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756832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5393B8-7576-3449-9192-B841D06637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9156" b="11879"/>
          <a:stretch/>
        </p:blipFill>
        <p:spPr>
          <a:xfrm>
            <a:off x="0" y="0"/>
            <a:ext cx="2541318" cy="6043353"/>
          </a:xfrm>
          <a:prstGeom prst="rect">
            <a:avLst/>
          </a:prstGeom>
        </p:spPr>
      </p:pic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CD159AA-4989-874A-91C6-4F0527E9B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3044" y="4648200"/>
            <a:ext cx="8421755" cy="316882"/>
          </a:xfrm>
        </p:spPr>
        <p:txBody>
          <a:bodyPr wrap="square">
            <a:spAutoFit/>
          </a:bodyPr>
          <a:lstStyle>
            <a:lvl1pPr marL="0" indent="0" algn="l">
              <a:lnSpc>
                <a:spcPct val="103000"/>
              </a:lnSpc>
              <a:spcBef>
                <a:spcPts val="0"/>
              </a:spcBef>
              <a:spcAft>
                <a:spcPts val="1500"/>
              </a:spcAft>
              <a:buNone/>
              <a:defRPr sz="2100" b="0" i="1" baseline="0">
                <a:solidFill>
                  <a:schemeClr val="accent2"/>
                </a:solidFill>
                <a:latin typeface="+mj-lt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Enter Job Title and/or Date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C7E74ED-2E47-2C47-B36D-36621F1B49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3044" y="5099706"/>
            <a:ext cx="8421755" cy="157928"/>
          </a:xfrm>
        </p:spPr>
        <p:txBody>
          <a:bodyPr wrap="square">
            <a:spAutoFit/>
          </a:bodyPr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  <a:buNone/>
              <a:defRPr sz="1050" b="1" cap="all" spc="50" baseline="0">
                <a:solidFill>
                  <a:schemeClr val="tx1"/>
                </a:solidFill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Enter Job Title and/or 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3F858-27D0-7A4D-8F14-D9D21D837B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086100" y="457200"/>
            <a:ext cx="8648700" cy="3710355"/>
          </a:xfrm>
        </p:spPr>
        <p:txBody>
          <a:bodyPr anchor="b"/>
          <a:lstStyle>
            <a:lvl1pPr marL="237744" indent="-237744">
              <a:lnSpc>
                <a:spcPct val="102000"/>
              </a:lnSpc>
              <a:spcBef>
                <a:spcPts val="1500"/>
              </a:spcBef>
              <a:buSzPct val="100000"/>
              <a:buFont typeface="Georgia" panose="02040502050405020303" pitchFamily="18" charset="0"/>
              <a:buChar char="“"/>
              <a:defRPr sz="4800">
                <a:latin typeface="+mj-lt"/>
              </a:defRPr>
            </a:lvl1pPr>
            <a:lvl2pPr marL="234950" indent="-174625">
              <a:lnSpc>
                <a:spcPct val="99000"/>
              </a:lnSpc>
              <a:spcBef>
                <a:spcPts val="1500"/>
              </a:spcBef>
              <a:buClrTx/>
              <a:buFont typeface="Georgia" panose="02040502050405020303" pitchFamily="18" charset="0"/>
              <a:buChar char="“"/>
              <a:tabLst/>
              <a:defRPr sz="3600">
                <a:latin typeface="+mj-lt"/>
              </a:defRPr>
            </a:lvl2pPr>
            <a:lvl3pPr marL="234950" indent="-136525">
              <a:lnSpc>
                <a:spcPct val="103000"/>
              </a:lnSpc>
              <a:spcBef>
                <a:spcPts val="1500"/>
              </a:spcBef>
              <a:buClrTx/>
              <a:buFont typeface="Georgia" panose="02040502050405020303" pitchFamily="18" charset="0"/>
              <a:buChar char="“"/>
              <a:tabLst/>
              <a:defRPr sz="2100">
                <a:latin typeface="+mj-lt"/>
              </a:defRPr>
            </a:lvl3pPr>
            <a:lvl4pPr marL="234950" indent="-112713">
              <a:lnSpc>
                <a:spcPct val="103000"/>
              </a:lnSpc>
              <a:buClrTx/>
              <a:buFont typeface="Arial" panose="020B0604020202020204" pitchFamily="34" charset="0"/>
              <a:buChar char="​"/>
              <a:tabLst/>
              <a:defRPr sz="2100">
                <a:solidFill>
                  <a:schemeClr val="tx1"/>
                </a:solidFill>
                <a:latin typeface="+mj-lt"/>
              </a:defRPr>
            </a:lvl4pPr>
            <a:lvl5pPr marL="128016" indent="-128016">
              <a:lnSpc>
                <a:spcPct val="103000"/>
              </a:lnSpc>
              <a:buClrTx/>
              <a:buFont typeface="Arial" panose="020B0604020202020204" pitchFamily="34" charset="0"/>
              <a:buChar char="​"/>
              <a:tabLst/>
              <a:defRPr sz="2100">
                <a:solidFill>
                  <a:schemeClr val="tx1"/>
                </a:solidFill>
                <a:latin typeface="+mj-lt"/>
              </a:defRPr>
            </a:lvl5pPr>
            <a:lvl6pPr marL="128016" indent="-128016">
              <a:lnSpc>
                <a:spcPct val="103000"/>
              </a:lnSpc>
              <a:buClrTx/>
              <a:buFont typeface="Arial" panose="020B0604020202020204" pitchFamily="34" charset="0"/>
              <a:buChar char="​"/>
              <a:tabLst/>
              <a:defRPr sz="2100">
                <a:solidFill>
                  <a:schemeClr val="tx1"/>
                </a:solidFill>
                <a:latin typeface="+mj-lt"/>
              </a:defRPr>
            </a:lvl6pPr>
            <a:lvl7pPr marL="128016" indent="-128016">
              <a:lnSpc>
                <a:spcPct val="103000"/>
              </a:lnSpc>
              <a:buClrTx/>
              <a:buFont typeface="Arial" panose="020B0604020202020204" pitchFamily="34" charset="0"/>
              <a:buChar char="​"/>
              <a:tabLst/>
              <a:defRPr sz="2100" b="0" cap="none" baseline="0">
                <a:solidFill>
                  <a:schemeClr val="tx1"/>
                </a:solidFill>
                <a:latin typeface="+mj-lt"/>
              </a:defRPr>
            </a:lvl7pPr>
            <a:lvl8pPr marL="128016" indent="-128016">
              <a:lnSpc>
                <a:spcPct val="103000"/>
              </a:lnSpc>
              <a:buClrTx/>
              <a:buFont typeface="Arial" panose="020B0604020202020204" pitchFamily="34" charset="0"/>
              <a:buChar char="​"/>
              <a:tabLst/>
              <a:defRPr sz="2100">
                <a:solidFill>
                  <a:schemeClr val="tx1"/>
                </a:solidFill>
                <a:latin typeface="+mj-lt"/>
              </a:defRPr>
            </a:lvl8pPr>
            <a:lvl9pPr marL="128016" indent="-128016">
              <a:lnSpc>
                <a:spcPct val="103000"/>
              </a:lnSpc>
              <a:buClrTx/>
              <a:buFont typeface="Arial" panose="020B0604020202020204" pitchFamily="34" charset="0"/>
              <a:buChar char="​"/>
              <a:tabLst/>
              <a:defRPr sz="2100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139163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ta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A52D2D6-C916-8346-80E2-74C39E0576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62800" y="0"/>
            <a:ext cx="5029201" cy="6858001"/>
          </a:xfrm>
          <a:custGeom>
            <a:avLst/>
            <a:gdLst>
              <a:gd name="connsiteX0" fmla="*/ 1610536 w 5029201"/>
              <a:gd name="connsiteY0" fmla="*/ 0 h 6858001"/>
              <a:gd name="connsiteX1" fmla="*/ 5029201 w 5029201"/>
              <a:gd name="connsiteY1" fmla="*/ 0 h 6858001"/>
              <a:gd name="connsiteX2" fmla="*/ 5029201 w 5029201"/>
              <a:gd name="connsiteY2" fmla="*/ 6858001 h 6858001"/>
              <a:gd name="connsiteX3" fmla="*/ 1610532 w 5029201"/>
              <a:gd name="connsiteY3" fmla="*/ 6858001 h 6858001"/>
              <a:gd name="connsiteX4" fmla="*/ 1462816 w 5029201"/>
              <a:gd name="connsiteY4" fmla="*/ 6730194 h 6858001"/>
              <a:gd name="connsiteX5" fmla="*/ 0 w 5029201"/>
              <a:gd name="connsiteY5" fmla="*/ 3429002 h 6858001"/>
              <a:gd name="connsiteX6" fmla="*/ 1462816 w 5029201"/>
              <a:gd name="connsiteY6" fmla="*/ 12781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29201" h="6858001">
                <a:moveTo>
                  <a:pt x="1610536" y="0"/>
                </a:moveTo>
                <a:lnTo>
                  <a:pt x="5029201" y="0"/>
                </a:lnTo>
                <a:lnTo>
                  <a:pt x="5029201" y="6858001"/>
                </a:lnTo>
                <a:lnTo>
                  <a:pt x="1610532" y="6858001"/>
                </a:lnTo>
                <a:lnTo>
                  <a:pt x="1462816" y="6730194"/>
                </a:lnTo>
                <a:cubicBezTo>
                  <a:pt x="564178" y="5914381"/>
                  <a:pt x="0" y="4737500"/>
                  <a:pt x="0" y="3429002"/>
                </a:cubicBezTo>
                <a:cubicBezTo>
                  <a:pt x="0" y="2120504"/>
                  <a:pt x="564177" y="943624"/>
                  <a:pt x="1462816" y="12781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bIns="731520" anchor="ctr">
            <a:noAutofit/>
          </a:bodyPr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the icon or drag and drop to add a Lam-branded photo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2102DBF-DA27-7E45-AD3F-406BF219EF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4231341"/>
            <a:ext cx="5524499" cy="988359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3400" i="1" spc="0">
                <a:solidFill>
                  <a:schemeClr val="accent2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supporting information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8A363C-1C4D-2C44-AC4A-2EA3E35687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1028700"/>
            <a:ext cx="5524499" cy="2894209"/>
          </a:xfrm>
        </p:spPr>
        <p:txBody>
          <a:bodyPr wrap="none" anchor="b">
            <a:noAutofit/>
          </a:bodyPr>
          <a:lstStyle>
            <a:lvl1pPr marL="0" indent="0" algn="l">
              <a:buNone/>
              <a:defRPr sz="23600" spc="-30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1D0AA645-E646-8146-A8B3-C95D3A1B6E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51560" y="4365962"/>
            <a:ext cx="4445458" cy="2492038"/>
          </a:xfrm>
          <a:custGeom>
            <a:avLst/>
            <a:gdLst>
              <a:gd name="connsiteX0" fmla="*/ 2222729 w 4445458"/>
              <a:gd name="connsiteY0" fmla="*/ 0 h 2492038"/>
              <a:gd name="connsiteX1" fmla="*/ 4445458 w 4445458"/>
              <a:gd name="connsiteY1" fmla="*/ 2222729 h 2492038"/>
              <a:gd name="connsiteX2" fmla="*/ 4433982 w 4445458"/>
              <a:gd name="connsiteY2" fmla="*/ 2449990 h 2492038"/>
              <a:gd name="connsiteX3" fmla="*/ 4427565 w 4445458"/>
              <a:gd name="connsiteY3" fmla="*/ 2492038 h 2492038"/>
              <a:gd name="connsiteX4" fmla="*/ 17893 w 4445458"/>
              <a:gd name="connsiteY4" fmla="*/ 2492038 h 2492038"/>
              <a:gd name="connsiteX5" fmla="*/ 11476 w 4445458"/>
              <a:gd name="connsiteY5" fmla="*/ 2449990 h 2492038"/>
              <a:gd name="connsiteX6" fmla="*/ 0 w 4445458"/>
              <a:gd name="connsiteY6" fmla="*/ 2222729 h 2492038"/>
              <a:gd name="connsiteX7" fmla="*/ 2222729 w 4445458"/>
              <a:gd name="connsiteY7" fmla="*/ 0 h 2492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45458" h="2492038">
                <a:moveTo>
                  <a:pt x="2222729" y="0"/>
                </a:moveTo>
                <a:cubicBezTo>
                  <a:pt x="3450308" y="0"/>
                  <a:pt x="4445458" y="995150"/>
                  <a:pt x="4445458" y="2222729"/>
                </a:cubicBezTo>
                <a:cubicBezTo>
                  <a:pt x="4445458" y="2299453"/>
                  <a:pt x="4441571" y="2375269"/>
                  <a:pt x="4433982" y="2449990"/>
                </a:cubicBezTo>
                <a:lnTo>
                  <a:pt x="4427565" y="2492038"/>
                </a:lnTo>
                <a:lnTo>
                  <a:pt x="17893" y="2492038"/>
                </a:lnTo>
                <a:lnTo>
                  <a:pt x="11476" y="2449990"/>
                </a:lnTo>
                <a:cubicBezTo>
                  <a:pt x="3888" y="2375269"/>
                  <a:pt x="0" y="2299453"/>
                  <a:pt x="0" y="2222729"/>
                </a:cubicBezTo>
                <a:cubicBezTo>
                  <a:pt x="0" y="995150"/>
                  <a:pt x="995150" y="0"/>
                  <a:pt x="2222729" y="0"/>
                </a:cubicBezTo>
                <a:close/>
              </a:path>
            </a:pathLst>
          </a:custGeom>
          <a:gradFill>
            <a:gsLst>
              <a:gs pos="44000">
                <a:schemeClr val="accent1">
                  <a:alpha val="57000"/>
                </a:schemeClr>
              </a:gs>
              <a:gs pos="3000">
                <a:srgbClr val="00D1FA">
                  <a:alpha val="36000"/>
                </a:srgbClr>
              </a:gs>
              <a:gs pos="82000">
                <a:srgbClr val="FFF5B2">
                  <a:alpha val="50000"/>
                </a:srgbClr>
              </a:gs>
            </a:gsLst>
            <a:lin ang="17400000" scaled="0"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US">
                <a:noFill/>
              </a:defRPr>
            </a:lvl1pPr>
            <a:lvl2pPr marL="338137" indent="0">
              <a:buNone/>
              <a:defRPr lang="en-US" sz="1800">
                <a:noFill/>
              </a:defRPr>
            </a:lvl2pPr>
            <a:lvl3pPr marL="795337" indent="0">
              <a:buNone/>
              <a:defRPr lang="en-US" sz="1800">
                <a:noFill/>
              </a:defRPr>
            </a:lvl3pPr>
            <a:lvl4pPr marL="1365250" indent="0">
              <a:buNone/>
              <a:defRPr lang="en-US" sz="1800">
                <a:noFill/>
                <a:latin typeface="+mn-lt"/>
              </a:defRPr>
            </a:lvl4pPr>
            <a:lvl5pPr marL="1645920" indent="0">
              <a:buNone/>
              <a:defRPr lang="en-US" sz="1800">
                <a:noFill/>
              </a:defRPr>
            </a:lvl5pPr>
          </a:lstStyle>
          <a:p>
            <a:pPr marL="0"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11" name="ConfidentialityLevelBanner" descr="{&quot;HashCode&quot;:-220435330,&quot;Placement&quot;:&quot;Footer&quot;,&quot;Top&quot;:522.862549,&quot;Left&quot;:0.0,&quot;SlideWidth&quot;:960,&quot;SlideHeight&quot;:540}">
            <a:extLst>
              <a:ext uri="{FF2B5EF4-FFF2-40B4-BE49-F238E27FC236}">
                <a16:creationId xmlns:a16="http://schemas.microsoft.com/office/drawing/2014/main" id="{18CF50C0-102F-4E74-A7EC-9C020480A9B2}"/>
              </a:ext>
            </a:extLst>
          </p:cNvPr>
          <p:cNvSpPr txBox="1"/>
          <p:nvPr userDrawn="1"/>
        </p:nvSpPr>
        <p:spPr>
          <a:xfrm>
            <a:off x="0" y="6640354"/>
            <a:ext cx="11931693" cy="21764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800" kern="1200" spc="0" baseline="0" dirty="0">
                <a:solidFill>
                  <a:srgbClr val="A4AEB7"/>
                </a:solidFill>
                <a:latin typeface="arial" panose="020B0604020202020204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Confidential – Limited Access and Use</a:t>
            </a:r>
          </a:p>
        </p:txBody>
      </p:sp>
    </p:spTree>
    <p:extLst>
      <p:ext uri="{BB962C8B-B14F-4D97-AF65-F5344CB8AC3E}">
        <p14:creationId xmlns:p14="http://schemas.microsoft.com/office/powerpoint/2010/main" val="662020845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92FF938-1AA2-7D44-BF06-F5DD714E1D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62800" y="0"/>
            <a:ext cx="5029200" cy="6858001"/>
          </a:xfrm>
          <a:custGeom>
            <a:avLst/>
            <a:gdLst>
              <a:gd name="connsiteX0" fmla="*/ 1610536 w 5029200"/>
              <a:gd name="connsiteY0" fmla="*/ 0 h 6858001"/>
              <a:gd name="connsiteX1" fmla="*/ 5029200 w 5029200"/>
              <a:gd name="connsiteY1" fmla="*/ 0 h 6858001"/>
              <a:gd name="connsiteX2" fmla="*/ 5029200 w 5029200"/>
              <a:gd name="connsiteY2" fmla="*/ 6858001 h 6858001"/>
              <a:gd name="connsiteX3" fmla="*/ 1610532 w 5029200"/>
              <a:gd name="connsiteY3" fmla="*/ 6858001 h 6858001"/>
              <a:gd name="connsiteX4" fmla="*/ 1462816 w 5029200"/>
              <a:gd name="connsiteY4" fmla="*/ 6730194 h 6858001"/>
              <a:gd name="connsiteX5" fmla="*/ 0 w 5029200"/>
              <a:gd name="connsiteY5" fmla="*/ 3429002 h 6858001"/>
              <a:gd name="connsiteX6" fmla="*/ 1462816 w 5029200"/>
              <a:gd name="connsiteY6" fmla="*/ 12781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29200" h="6858001">
                <a:moveTo>
                  <a:pt x="1610536" y="0"/>
                </a:moveTo>
                <a:lnTo>
                  <a:pt x="5029200" y="0"/>
                </a:lnTo>
                <a:lnTo>
                  <a:pt x="5029200" y="6858001"/>
                </a:lnTo>
                <a:lnTo>
                  <a:pt x="1610532" y="6858001"/>
                </a:lnTo>
                <a:lnTo>
                  <a:pt x="1462816" y="6730194"/>
                </a:lnTo>
                <a:cubicBezTo>
                  <a:pt x="564178" y="5914381"/>
                  <a:pt x="0" y="4737500"/>
                  <a:pt x="0" y="3429002"/>
                </a:cubicBezTo>
                <a:cubicBezTo>
                  <a:pt x="0" y="2120504"/>
                  <a:pt x="564177" y="943624"/>
                  <a:pt x="1462816" y="12781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bIns="731520" anchor="ctr">
            <a:noAutofit/>
          </a:bodyPr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the icon or drag and drop to add a Lam-branded photo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1D0AA645-E646-8146-A8B3-C95D3A1B6E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51560" y="4365962"/>
            <a:ext cx="4445458" cy="2492038"/>
          </a:xfrm>
          <a:custGeom>
            <a:avLst/>
            <a:gdLst>
              <a:gd name="connsiteX0" fmla="*/ 2222729 w 4445458"/>
              <a:gd name="connsiteY0" fmla="*/ 0 h 2492038"/>
              <a:gd name="connsiteX1" fmla="*/ 4445458 w 4445458"/>
              <a:gd name="connsiteY1" fmla="*/ 2222729 h 2492038"/>
              <a:gd name="connsiteX2" fmla="*/ 4433982 w 4445458"/>
              <a:gd name="connsiteY2" fmla="*/ 2449990 h 2492038"/>
              <a:gd name="connsiteX3" fmla="*/ 4427565 w 4445458"/>
              <a:gd name="connsiteY3" fmla="*/ 2492038 h 2492038"/>
              <a:gd name="connsiteX4" fmla="*/ 17893 w 4445458"/>
              <a:gd name="connsiteY4" fmla="*/ 2492038 h 2492038"/>
              <a:gd name="connsiteX5" fmla="*/ 11476 w 4445458"/>
              <a:gd name="connsiteY5" fmla="*/ 2449990 h 2492038"/>
              <a:gd name="connsiteX6" fmla="*/ 0 w 4445458"/>
              <a:gd name="connsiteY6" fmla="*/ 2222729 h 2492038"/>
              <a:gd name="connsiteX7" fmla="*/ 2222729 w 4445458"/>
              <a:gd name="connsiteY7" fmla="*/ 0 h 2492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45458" h="2492038">
                <a:moveTo>
                  <a:pt x="2222729" y="0"/>
                </a:moveTo>
                <a:cubicBezTo>
                  <a:pt x="3450308" y="0"/>
                  <a:pt x="4445458" y="995150"/>
                  <a:pt x="4445458" y="2222729"/>
                </a:cubicBezTo>
                <a:cubicBezTo>
                  <a:pt x="4445458" y="2299453"/>
                  <a:pt x="4441571" y="2375269"/>
                  <a:pt x="4433982" y="2449990"/>
                </a:cubicBezTo>
                <a:lnTo>
                  <a:pt x="4427565" y="2492038"/>
                </a:lnTo>
                <a:lnTo>
                  <a:pt x="17893" y="2492038"/>
                </a:lnTo>
                <a:lnTo>
                  <a:pt x="11476" y="2449990"/>
                </a:lnTo>
                <a:cubicBezTo>
                  <a:pt x="3888" y="2375269"/>
                  <a:pt x="0" y="2299453"/>
                  <a:pt x="0" y="2222729"/>
                </a:cubicBezTo>
                <a:cubicBezTo>
                  <a:pt x="0" y="995150"/>
                  <a:pt x="995150" y="0"/>
                  <a:pt x="2222729" y="0"/>
                </a:cubicBezTo>
                <a:close/>
              </a:path>
            </a:pathLst>
          </a:custGeom>
          <a:gradFill>
            <a:gsLst>
              <a:gs pos="44000">
                <a:schemeClr val="accent1">
                  <a:alpha val="57000"/>
                </a:schemeClr>
              </a:gs>
              <a:gs pos="3000">
                <a:srgbClr val="00D1FA">
                  <a:alpha val="36000"/>
                </a:srgbClr>
              </a:gs>
              <a:gs pos="82000">
                <a:srgbClr val="FFF5B2">
                  <a:alpha val="50000"/>
                </a:srgbClr>
              </a:gs>
            </a:gsLst>
            <a:lin ang="17400000" scaled="0"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en-US">
                <a:noFill/>
              </a:defRPr>
            </a:lvl1pPr>
            <a:lvl2pPr marL="338137" indent="0">
              <a:buNone/>
              <a:defRPr lang="en-US" sz="1800">
                <a:noFill/>
              </a:defRPr>
            </a:lvl2pPr>
            <a:lvl3pPr marL="795337" indent="0">
              <a:buNone/>
              <a:defRPr lang="en-US" sz="1800">
                <a:noFill/>
              </a:defRPr>
            </a:lvl3pPr>
            <a:lvl4pPr marL="1365250" indent="0">
              <a:buNone/>
              <a:defRPr lang="en-US" sz="1800">
                <a:noFill/>
                <a:latin typeface="+mn-lt"/>
              </a:defRPr>
            </a:lvl4pPr>
            <a:lvl5pPr marL="1645920" indent="0">
              <a:buNone/>
              <a:defRPr lang="en-US" sz="1800">
                <a:noFill/>
              </a:defRPr>
            </a:lvl5pPr>
          </a:lstStyle>
          <a:p>
            <a:pPr marL="0"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E5B814B-5CAA-2341-880F-8BD4E67C53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1371600"/>
            <a:ext cx="5524500" cy="3710355"/>
          </a:xfrm>
        </p:spPr>
        <p:txBody>
          <a:bodyPr anchor="t"/>
          <a:lstStyle>
            <a:lvl1pPr marL="11113" indent="-11113">
              <a:lnSpc>
                <a:spcPct val="102000"/>
              </a:lnSpc>
              <a:spcBef>
                <a:spcPts val="1500"/>
              </a:spcBef>
              <a:buSzPct val="100000"/>
              <a:buFont typeface="Arial" panose="020B0604020202020204" pitchFamily="34" charset="0"/>
              <a:buChar char="​"/>
              <a:tabLst/>
              <a:defRPr sz="6000">
                <a:latin typeface="+mj-lt"/>
              </a:defRPr>
            </a:lvl1pPr>
            <a:lvl2pPr marL="11113" indent="-11113">
              <a:lnSpc>
                <a:spcPct val="102000"/>
              </a:lnSpc>
              <a:spcBef>
                <a:spcPts val="1500"/>
              </a:spcBef>
              <a:buClrTx/>
              <a:buFont typeface="Arial" panose="020B0604020202020204" pitchFamily="34" charset="0"/>
              <a:buChar char="​"/>
              <a:tabLst/>
              <a:defRPr sz="4800">
                <a:latin typeface="+mj-lt"/>
              </a:defRPr>
            </a:lvl2pPr>
            <a:lvl3pPr marL="11113" indent="-11113">
              <a:lnSpc>
                <a:spcPct val="99000"/>
              </a:lnSpc>
              <a:spcBef>
                <a:spcPts val="1500"/>
              </a:spcBef>
              <a:buClrTx/>
              <a:buFont typeface="Arial" panose="020B0604020202020204" pitchFamily="34" charset="0"/>
              <a:buChar char="​"/>
              <a:tabLst/>
              <a:defRPr sz="3600">
                <a:latin typeface="+mj-lt"/>
              </a:defRPr>
            </a:lvl3pPr>
            <a:lvl4pPr marL="11113" indent="-11113">
              <a:lnSpc>
                <a:spcPct val="103000"/>
              </a:lnSpc>
              <a:buClrTx/>
              <a:buFont typeface="Arial" panose="020B0604020202020204" pitchFamily="34" charset="0"/>
              <a:buChar char="​"/>
              <a:tabLst/>
              <a:defRPr sz="2100">
                <a:solidFill>
                  <a:schemeClr val="tx1"/>
                </a:solidFill>
                <a:latin typeface="+mj-lt"/>
              </a:defRPr>
            </a:lvl4pPr>
            <a:lvl5pPr marL="11113" indent="-11113">
              <a:lnSpc>
                <a:spcPct val="103000"/>
              </a:lnSpc>
              <a:buClrTx/>
              <a:buFont typeface="Arial" panose="020B0604020202020204" pitchFamily="34" charset="0"/>
              <a:buChar char="​"/>
              <a:tabLst/>
              <a:defRPr sz="2100">
                <a:solidFill>
                  <a:schemeClr val="tx1"/>
                </a:solidFill>
                <a:latin typeface="+mj-lt"/>
              </a:defRPr>
            </a:lvl5pPr>
            <a:lvl6pPr marL="11113" indent="-11113">
              <a:lnSpc>
                <a:spcPct val="103000"/>
              </a:lnSpc>
              <a:buClrTx/>
              <a:buFont typeface="Arial" panose="020B0604020202020204" pitchFamily="34" charset="0"/>
              <a:buChar char="​"/>
              <a:tabLst/>
              <a:defRPr sz="2100">
                <a:solidFill>
                  <a:schemeClr val="tx1"/>
                </a:solidFill>
                <a:latin typeface="+mj-lt"/>
              </a:defRPr>
            </a:lvl6pPr>
            <a:lvl7pPr marL="11113" indent="-11113">
              <a:lnSpc>
                <a:spcPct val="103000"/>
              </a:lnSpc>
              <a:buClrTx/>
              <a:buFont typeface="Arial" panose="020B0604020202020204" pitchFamily="34" charset="0"/>
              <a:buChar char="​"/>
              <a:tabLst/>
              <a:defRPr sz="2100" b="0" cap="none" baseline="0">
                <a:solidFill>
                  <a:schemeClr val="tx1"/>
                </a:solidFill>
                <a:latin typeface="+mj-lt"/>
              </a:defRPr>
            </a:lvl7pPr>
            <a:lvl8pPr marL="11113" indent="-11113">
              <a:lnSpc>
                <a:spcPct val="103000"/>
              </a:lnSpc>
              <a:buClrTx/>
              <a:buFont typeface="Arial" panose="020B0604020202020204" pitchFamily="34" charset="0"/>
              <a:buChar char="​"/>
              <a:tabLst/>
              <a:defRPr sz="2100">
                <a:solidFill>
                  <a:schemeClr val="tx1"/>
                </a:solidFill>
                <a:latin typeface="+mj-lt"/>
              </a:defRPr>
            </a:lvl8pPr>
            <a:lvl9pPr marL="11113" indent="-11113">
              <a:lnSpc>
                <a:spcPct val="103000"/>
              </a:lnSpc>
              <a:buClrTx/>
              <a:buFont typeface="Arial" panose="020B0604020202020204" pitchFamily="34" charset="0"/>
              <a:buChar char="​"/>
              <a:tabLst/>
              <a:defRPr sz="2100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289E0FB-2F70-104E-8F9C-5057D13C13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743245"/>
            <a:ext cx="5524500" cy="312073"/>
          </a:xfrm>
        </p:spPr>
        <p:txBody>
          <a:bodyPr wrap="square" anchor="b">
            <a:spAutoFit/>
          </a:bodyPr>
          <a:lstStyle>
            <a:lvl1pPr marL="0" indent="0" algn="l">
              <a:lnSpc>
                <a:spcPct val="103000"/>
              </a:lnSpc>
              <a:spcBef>
                <a:spcPts val="0"/>
              </a:spcBef>
              <a:spcAft>
                <a:spcPts val="1500"/>
              </a:spcAft>
              <a:buNone/>
              <a:defRPr sz="2100" b="0" i="1" baseline="0">
                <a:solidFill>
                  <a:schemeClr val="accent2"/>
                </a:solidFill>
                <a:latin typeface="+mj-lt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edit optional eyebrow</a:t>
            </a:r>
          </a:p>
        </p:txBody>
      </p:sp>
      <p:sp>
        <p:nvSpPr>
          <p:cNvPr id="8" name="ConfidentialityLevelBanner" descr="{&quot;HashCode&quot;:-220435330,&quot;Placement&quot;:&quot;Footer&quot;,&quot;Top&quot;:522.862549,&quot;Left&quot;:0.0,&quot;SlideWidth&quot;:960,&quot;SlideHeight&quot;:540}">
            <a:extLst>
              <a:ext uri="{FF2B5EF4-FFF2-40B4-BE49-F238E27FC236}">
                <a16:creationId xmlns:a16="http://schemas.microsoft.com/office/drawing/2014/main" id="{90DA0ED1-FFCE-4C4F-B0B4-C22202A3B9B0}"/>
              </a:ext>
            </a:extLst>
          </p:cNvPr>
          <p:cNvSpPr txBox="1"/>
          <p:nvPr userDrawn="1"/>
        </p:nvSpPr>
        <p:spPr>
          <a:xfrm>
            <a:off x="0" y="6640354"/>
            <a:ext cx="11931693" cy="21764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800" kern="1200" spc="0" baseline="0" dirty="0">
                <a:solidFill>
                  <a:srgbClr val="A4AEB7"/>
                </a:solidFill>
                <a:latin typeface="arial" panose="020B0604020202020204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Confidential – Limited Access and Use</a:t>
            </a:r>
          </a:p>
        </p:txBody>
      </p:sp>
    </p:spTree>
    <p:extLst>
      <p:ext uri="{BB962C8B-B14F-4D97-AF65-F5344CB8AC3E}">
        <p14:creationId xmlns:p14="http://schemas.microsoft.com/office/powerpoint/2010/main" val="3057899786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with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A0718E-A904-9E47-82F1-2F5C58775C08}"/>
              </a:ext>
            </a:extLst>
          </p:cNvPr>
          <p:cNvSpPr/>
          <p:nvPr userDrawn="1"/>
        </p:nvSpPr>
        <p:spPr bwMode="auto">
          <a:xfrm>
            <a:off x="0" y="0"/>
            <a:ext cx="3532909" cy="6858000"/>
          </a:xfrm>
          <a:prstGeom prst="rect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2FF1477F-90AC-6F43-80B1-E148E22EAB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7639" y="762000"/>
            <a:ext cx="2618461" cy="5372100"/>
          </a:xfrm>
          <a:prstGeom prst="rect">
            <a:avLst/>
          </a:prstGeom>
          <a:noFill/>
        </p:spPr>
        <p:txBody>
          <a:bodyPr wrap="square" bIns="914400" anchor="ctr">
            <a:noAutofit/>
          </a:bodyPr>
          <a:lstStyle>
            <a:lvl1pPr algn="ctr"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the icon or drag and drop to add a Lam-branded illustration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E5B814B-5CAA-2341-880F-8BD4E67C53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05299" y="1371600"/>
            <a:ext cx="7411843" cy="4762500"/>
          </a:xfrm>
        </p:spPr>
        <p:txBody>
          <a:bodyPr anchor="t"/>
          <a:lstStyle>
            <a:lvl1pPr marL="11113" indent="-11113">
              <a:lnSpc>
                <a:spcPct val="102000"/>
              </a:lnSpc>
              <a:spcBef>
                <a:spcPts val="1500"/>
              </a:spcBef>
              <a:buSzPct val="100000"/>
              <a:buFont typeface="Arial" panose="020B0604020202020204" pitchFamily="34" charset="0"/>
              <a:buChar char="​"/>
              <a:tabLst/>
              <a:defRPr sz="7200">
                <a:latin typeface="+mj-lt"/>
              </a:defRPr>
            </a:lvl1pPr>
            <a:lvl2pPr marL="11113" indent="-11113">
              <a:lnSpc>
                <a:spcPct val="102000"/>
              </a:lnSpc>
              <a:spcBef>
                <a:spcPts val="1500"/>
              </a:spcBef>
              <a:buClrTx/>
              <a:buFont typeface="Arial" panose="020B0604020202020204" pitchFamily="34" charset="0"/>
              <a:buChar char="​"/>
              <a:tabLst/>
              <a:defRPr sz="4800">
                <a:latin typeface="+mj-lt"/>
              </a:defRPr>
            </a:lvl2pPr>
            <a:lvl3pPr marL="11113" indent="-11113">
              <a:lnSpc>
                <a:spcPct val="99000"/>
              </a:lnSpc>
              <a:spcBef>
                <a:spcPts val="1500"/>
              </a:spcBef>
              <a:buClrTx/>
              <a:buFont typeface="Arial" panose="020B0604020202020204" pitchFamily="34" charset="0"/>
              <a:buChar char="​"/>
              <a:tabLst/>
              <a:defRPr sz="3600">
                <a:latin typeface="+mj-lt"/>
              </a:defRPr>
            </a:lvl3pPr>
            <a:lvl4pPr marL="11113" indent="-11113">
              <a:lnSpc>
                <a:spcPct val="103000"/>
              </a:lnSpc>
              <a:buClrTx/>
              <a:buFont typeface="Arial" panose="020B0604020202020204" pitchFamily="34" charset="0"/>
              <a:buChar char="​"/>
              <a:tabLst/>
              <a:defRPr sz="2100">
                <a:solidFill>
                  <a:schemeClr val="tx1"/>
                </a:solidFill>
                <a:latin typeface="+mj-lt"/>
              </a:defRPr>
            </a:lvl4pPr>
            <a:lvl5pPr marL="11113" indent="-11113">
              <a:lnSpc>
                <a:spcPct val="103000"/>
              </a:lnSpc>
              <a:buClrTx/>
              <a:buFont typeface="Arial" panose="020B0604020202020204" pitchFamily="34" charset="0"/>
              <a:buChar char="​"/>
              <a:tabLst/>
              <a:defRPr sz="2100">
                <a:solidFill>
                  <a:schemeClr val="tx1"/>
                </a:solidFill>
                <a:latin typeface="+mj-lt"/>
              </a:defRPr>
            </a:lvl5pPr>
            <a:lvl6pPr marL="11113" indent="-11113">
              <a:lnSpc>
                <a:spcPct val="103000"/>
              </a:lnSpc>
              <a:buClrTx/>
              <a:buFont typeface="Arial" panose="020B0604020202020204" pitchFamily="34" charset="0"/>
              <a:buChar char="​"/>
              <a:tabLst/>
              <a:defRPr sz="2100">
                <a:solidFill>
                  <a:schemeClr val="tx1"/>
                </a:solidFill>
                <a:latin typeface="+mj-lt"/>
              </a:defRPr>
            </a:lvl6pPr>
            <a:lvl7pPr marL="11113" indent="-11113">
              <a:lnSpc>
                <a:spcPct val="103000"/>
              </a:lnSpc>
              <a:buClrTx/>
              <a:buFont typeface="Arial" panose="020B0604020202020204" pitchFamily="34" charset="0"/>
              <a:buChar char="​"/>
              <a:tabLst/>
              <a:defRPr sz="2100" b="0" cap="none" baseline="0">
                <a:solidFill>
                  <a:schemeClr val="tx1"/>
                </a:solidFill>
                <a:latin typeface="+mj-lt"/>
              </a:defRPr>
            </a:lvl7pPr>
            <a:lvl8pPr marL="11113" indent="-11113">
              <a:lnSpc>
                <a:spcPct val="103000"/>
              </a:lnSpc>
              <a:buClrTx/>
              <a:buFont typeface="Arial" panose="020B0604020202020204" pitchFamily="34" charset="0"/>
              <a:buChar char="​"/>
              <a:tabLst/>
              <a:defRPr sz="2100">
                <a:solidFill>
                  <a:schemeClr val="tx1"/>
                </a:solidFill>
                <a:latin typeface="+mj-lt"/>
              </a:defRPr>
            </a:lvl8pPr>
            <a:lvl9pPr marL="11113" indent="-11113">
              <a:lnSpc>
                <a:spcPct val="103000"/>
              </a:lnSpc>
              <a:buClrTx/>
              <a:buFont typeface="Arial" panose="020B0604020202020204" pitchFamily="34" charset="0"/>
              <a:buChar char="​"/>
              <a:tabLst/>
              <a:defRPr sz="2100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289E0FB-2F70-104E-8F9C-5057D13C13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5299" y="743245"/>
            <a:ext cx="7411843" cy="312073"/>
          </a:xfrm>
        </p:spPr>
        <p:txBody>
          <a:bodyPr wrap="square" anchor="b">
            <a:spAutoFit/>
          </a:bodyPr>
          <a:lstStyle>
            <a:lvl1pPr marL="0" indent="0" algn="l">
              <a:lnSpc>
                <a:spcPct val="103000"/>
              </a:lnSpc>
              <a:spcBef>
                <a:spcPts val="0"/>
              </a:spcBef>
              <a:spcAft>
                <a:spcPts val="1500"/>
              </a:spcAft>
              <a:buNone/>
              <a:defRPr sz="2100" b="0" i="1" baseline="0">
                <a:solidFill>
                  <a:schemeClr val="accent2"/>
                </a:solidFill>
                <a:latin typeface="+mj-lt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edit optional eyebrow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0E0596-C607-2140-B58F-2451490C5348}"/>
              </a:ext>
            </a:extLst>
          </p:cNvPr>
          <p:cNvSpPr txBox="1"/>
          <p:nvPr userDrawn="1"/>
        </p:nvSpPr>
        <p:spPr>
          <a:xfrm>
            <a:off x="686404" y="6434864"/>
            <a:ext cx="954779" cy="107722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100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 RESEARCH</a:t>
            </a:r>
          </a:p>
        </p:txBody>
      </p:sp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32D6638A-AB4A-4C27-853D-42D3DCF30C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8208" y="6283828"/>
            <a:ext cx="307792" cy="30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66047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tat with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EB1C64A-4217-6643-B104-C0738B27B98D}"/>
              </a:ext>
            </a:extLst>
          </p:cNvPr>
          <p:cNvSpPr/>
          <p:nvPr userDrawn="1"/>
        </p:nvSpPr>
        <p:spPr bwMode="auto">
          <a:xfrm>
            <a:off x="0" y="0"/>
            <a:ext cx="3532909" cy="6858000"/>
          </a:xfrm>
          <a:prstGeom prst="rect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2FF1477F-90AC-6F43-80B1-E148E22EAB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8970" y="761999"/>
            <a:ext cx="2607130" cy="5372101"/>
          </a:xfrm>
          <a:prstGeom prst="rect">
            <a:avLst/>
          </a:prstGeom>
          <a:noFill/>
        </p:spPr>
        <p:txBody>
          <a:bodyPr wrap="square" bIns="914400" anchor="ctr">
            <a:noAutofit/>
          </a:bodyPr>
          <a:lstStyle>
            <a:lvl1pPr algn="ctr"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the icon or drag and drop to add a Lam-branded illustration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879CF6B-7119-3B4B-B536-2B3A08D74A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5299" y="4231341"/>
            <a:ext cx="7429499" cy="988359"/>
          </a:xfr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3400" i="1" spc="0">
                <a:solidFill>
                  <a:schemeClr val="accent2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supporting information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2E5B82C2-AD94-7C4B-B694-CDB97AB96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5299" y="1028700"/>
            <a:ext cx="7429499" cy="2894209"/>
          </a:xfrm>
        </p:spPr>
        <p:txBody>
          <a:bodyPr wrap="none" anchor="b">
            <a:noAutofit/>
          </a:bodyPr>
          <a:lstStyle>
            <a:lvl1pPr marL="0" indent="0" algn="l">
              <a:buNone/>
              <a:defRPr sz="23600" spc="-30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79ED04-3A99-144C-84DD-0F6C5E50C2F0}"/>
              </a:ext>
            </a:extLst>
          </p:cNvPr>
          <p:cNvSpPr txBox="1"/>
          <p:nvPr userDrawn="1"/>
        </p:nvSpPr>
        <p:spPr>
          <a:xfrm>
            <a:off x="686404" y="6434864"/>
            <a:ext cx="954779" cy="107722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100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 RESEARCH</a:t>
            </a:r>
          </a:p>
        </p:txBody>
      </p:sp>
      <p:pic>
        <p:nvPicPr>
          <p:cNvPr id="9" name="Picture 8" descr="Shape&#10;&#10;Description automatically generated">
            <a:extLst>
              <a:ext uri="{FF2B5EF4-FFF2-40B4-BE49-F238E27FC236}">
                <a16:creationId xmlns:a16="http://schemas.microsoft.com/office/drawing/2014/main" id="{A8C36ED7-320E-4380-A7C6-19336D8102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8208" y="6283828"/>
            <a:ext cx="307792" cy="30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57842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ta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2102DBF-DA27-7E45-AD3F-406BF219EF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34334" y="4038600"/>
            <a:ext cx="4206240" cy="609600"/>
          </a:xfrm>
        </p:spPr>
        <p:txBody>
          <a:bodyPr wrap="none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100" i="0" spc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supporting information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8A363C-1C4D-2C44-AC4A-2EA3E35687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34334" y="1124572"/>
            <a:ext cx="4206240" cy="2576860"/>
          </a:xfrm>
        </p:spPr>
        <p:txBody>
          <a:bodyPr wrap="none" anchor="b">
            <a:noAutofit/>
          </a:bodyPr>
          <a:lstStyle>
            <a:lvl1pPr marL="0" indent="0" algn="ctr">
              <a:buNone/>
              <a:defRPr sz="13700" spc="-30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32FFFF-AB64-A542-93A4-2056AB350B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41590" y="4038600"/>
            <a:ext cx="4206240" cy="609600"/>
          </a:xfrm>
        </p:spPr>
        <p:txBody>
          <a:bodyPr wrap="none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100" i="0" spc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supporting information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AD12F973-68A6-4141-97CF-3F413DEE9E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1590" y="1124572"/>
            <a:ext cx="4206240" cy="2576860"/>
          </a:xfrm>
        </p:spPr>
        <p:txBody>
          <a:bodyPr wrap="none" anchor="b">
            <a:noAutofit/>
          </a:bodyPr>
          <a:lstStyle>
            <a:lvl1pPr marL="0" indent="0" algn="ctr">
              <a:buNone/>
              <a:defRPr sz="13700" spc="-30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3" name="Picture 2" descr="A picture containing kitchenware&#10;&#10;Description automatically generated">
            <a:extLst>
              <a:ext uri="{FF2B5EF4-FFF2-40B4-BE49-F238E27FC236}">
                <a16:creationId xmlns:a16="http://schemas.microsoft.com/office/drawing/2014/main" id="{952603F4-BACE-49F5-AA01-702B3D854C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0826" y="474617"/>
            <a:ext cx="1865538" cy="545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82706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ta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2102DBF-DA27-7E45-AD3F-406BF219EF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9223" y="3429000"/>
            <a:ext cx="3611880" cy="609600"/>
          </a:xfrm>
          <a:ln>
            <a:noFill/>
          </a:ln>
        </p:spPr>
        <p:txBody>
          <a:bodyPr wrap="none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100" i="0" spc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8A363C-1C4D-2C44-AC4A-2EA3E35687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223" y="1333500"/>
            <a:ext cx="3611880" cy="1662460"/>
          </a:xfrm>
        </p:spPr>
        <p:txBody>
          <a:bodyPr wrap="none" anchor="b">
            <a:noAutofit/>
          </a:bodyPr>
          <a:lstStyle>
            <a:lvl1pPr marL="0" indent="0" algn="ctr">
              <a:buNone/>
              <a:defRPr sz="9600" spc="-30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7F632E-DDC9-BC40-A9A2-9B7F1AC516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6" t="70652" r="7" b="15842"/>
          <a:stretch/>
        </p:blipFill>
        <p:spPr>
          <a:xfrm>
            <a:off x="-1" y="4845132"/>
            <a:ext cx="12192001" cy="926276"/>
          </a:xfrm>
          <a:prstGeom prst="rect">
            <a:avLst/>
          </a:prstGeom>
        </p:spPr>
      </p:pic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A45EA2F1-52D2-AA4B-B71E-39C6E8D109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90060" y="3429000"/>
            <a:ext cx="3611880" cy="609600"/>
          </a:xfrm>
          <a:ln>
            <a:noFill/>
          </a:ln>
        </p:spPr>
        <p:txBody>
          <a:bodyPr wrap="none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100" i="0" spc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E87749B-D54B-E241-B030-1B663D8064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90060" y="1333500"/>
            <a:ext cx="3611880" cy="1662460"/>
          </a:xfrm>
        </p:spPr>
        <p:txBody>
          <a:bodyPr wrap="none" anchor="b">
            <a:noAutofit/>
          </a:bodyPr>
          <a:lstStyle>
            <a:lvl1pPr marL="0" indent="0" algn="ctr">
              <a:buNone/>
              <a:defRPr sz="9600" spc="-30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AFEB73-1B77-DB46-A749-D66BD572E0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22381" y="3429000"/>
            <a:ext cx="3611880" cy="609600"/>
          </a:xfrm>
          <a:ln>
            <a:noFill/>
          </a:ln>
        </p:spPr>
        <p:txBody>
          <a:bodyPr wrap="none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100" i="0" spc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E47A985-29CD-A24C-BAFB-9558C44F58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2381" y="1333500"/>
            <a:ext cx="3611880" cy="1662460"/>
          </a:xfrm>
        </p:spPr>
        <p:txBody>
          <a:bodyPr wrap="none" anchor="b">
            <a:noAutofit/>
          </a:bodyPr>
          <a:lstStyle>
            <a:lvl1pPr marL="0" indent="0" algn="ctr">
              <a:buNone/>
              <a:defRPr sz="9600" spc="-300">
                <a:solidFill>
                  <a:schemeClr val="tx1"/>
                </a:solidFill>
                <a:latin typeface="+mj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62692587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A569CC-FF0D-B940-87F9-2250AB926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B22A31-06B1-EA47-B6DE-DC190F52FED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0061" y="4343400"/>
            <a:ext cx="3621024" cy="1790700"/>
          </a:xfrm>
        </p:spPr>
        <p:txBody>
          <a:bodyPr lIns="91440" rIns="91440"/>
          <a:lstStyle>
            <a:lvl1pPr algn="ctr">
              <a:defRPr sz="2000">
                <a:solidFill>
                  <a:schemeClr val="accent2"/>
                </a:solidFill>
                <a:latin typeface="+mj-lt"/>
              </a:defRPr>
            </a:lvl1pPr>
            <a:lvl2pPr marL="9525" indent="0" algn="ctr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Picture Description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7D432E79-DAB3-8D4F-944D-0A5A85505AC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95133" y="4343400"/>
            <a:ext cx="3621024" cy="1790700"/>
          </a:xfrm>
        </p:spPr>
        <p:txBody>
          <a:bodyPr lIns="91440" rIns="91440"/>
          <a:lstStyle>
            <a:lvl1pPr algn="ctr">
              <a:defRPr sz="2000">
                <a:solidFill>
                  <a:schemeClr val="accent2"/>
                </a:solidFill>
                <a:latin typeface="+mj-lt"/>
              </a:defRPr>
            </a:lvl1pPr>
            <a:lvl2pPr marL="9525" indent="0" algn="ctr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Picture Description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50040452-5FC8-0545-9A8E-C6C9DE8C8FB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20205" y="4343400"/>
            <a:ext cx="3621024" cy="1790700"/>
          </a:xfrm>
        </p:spPr>
        <p:txBody>
          <a:bodyPr lIns="91440" rIns="91440"/>
          <a:lstStyle>
            <a:lvl1pPr algn="ctr">
              <a:defRPr sz="2000">
                <a:solidFill>
                  <a:schemeClr val="accent2"/>
                </a:solidFill>
                <a:latin typeface="+mj-lt"/>
              </a:defRPr>
            </a:lvl1pPr>
            <a:lvl2pPr marL="9525" indent="0" algn="ctr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Picture Description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0B7128B-00BC-8F4F-88EA-11703BDC141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13773" y="1905001"/>
            <a:ext cx="2133600" cy="2133599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rIns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02901C15-A9B5-E84F-B2C4-95DB4E60FCE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38845" y="1905001"/>
            <a:ext cx="2133600" cy="2133599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rIns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3EB582F-594D-5D4F-9CBD-6A02054CA02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863917" y="1905001"/>
            <a:ext cx="2133600" cy="2133599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rIns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E2AC3B-5FAA-D747-8A76-BCDB88C3B9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4354" b="41111"/>
          <a:stretch/>
        </p:blipFill>
        <p:spPr>
          <a:xfrm>
            <a:off x="0" y="3041780"/>
            <a:ext cx="12192000" cy="99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33339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A569CC-FF0D-B940-87F9-2250AB926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B22A31-06B1-EA47-B6DE-DC190F52FED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0061" y="4343400"/>
            <a:ext cx="2633472" cy="1790700"/>
          </a:xfrm>
        </p:spPr>
        <p:txBody>
          <a:bodyPr lIns="91440" rIns="91440"/>
          <a:lstStyle>
            <a:lvl1pPr algn="ctr">
              <a:defRPr sz="2000">
                <a:solidFill>
                  <a:schemeClr val="accent2"/>
                </a:solidFill>
                <a:latin typeface="+mj-lt"/>
              </a:defRPr>
            </a:lvl1pPr>
            <a:lvl2pPr marL="9525" indent="0" algn="ctr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Picture Description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7D432E79-DAB3-8D4F-944D-0A5A85505AC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49293" y="4343400"/>
            <a:ext cx="2633472" cy="1790700"/>
          </a:xfrm>
        </p:spPr>
        <p:txBody>
          <a:bodyPr lIns="91440" rIns="91440"/>
          <a:lstStyle>
            <a:lvl1pPr algn="ctr">
              <a:defRPr sz="2000">
                <a:solidFill>
                  <a:schemeClr val="accent2"/>
                </a:solidFill>
                <a:latin typeface="+mj-lt"/>
              </a:defRPr>
            </a:lvl1pPr>
            <a:lvl2pPr marL="9525" indent="0" algn="ctr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Picture Description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50040452-5FC8-0545-9A8E-C6C9DE8C8FB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28525" y="4343400"/>
            <a:ext cx="2633472" cy="1790700"/>
          </a:xfrm>
        </p:spPr>
        <p:txBody>
          <a:bodyPr lIns="91440" rIns="91440"/>
          <a:lstStyle>
            <a:lvl1pPr algn="ctr">
              <a:defRPr sz="2000">
                <a:solidFill>
                  <a:schemeClr val="accent2"/>
                </a:solidFill>
                <a:latin typeface="+mj-lt"/>
              </a:defRPr>
            </a:lvl1pPr>
            <a:lvl2pPr marL="9525" indent="0" algn="ctr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Picture Description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0B7128B-00BC-8F4F-88EA-11703BDC141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9997" y="1905001"/>
            <a:ext cx="2133600" cy="2133599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rIns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02901C15-A9B5-E84F-B2C4-95DB4E60FCE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99229" y="1905001"/>
            <a:ext cx="2133600" cy="2133599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rIns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3EB582F-594D-5D4F-9CBD-6A02054CA02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478461" y="1905001"/>
            <a:ext cx="2133600" cy="2133599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rIns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E2AC3B-5FAA-D747-8A76-BCDB88C3B9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4354" b="41111"/>
          <a:stretch/>
        </p:blipFill>
        <p:spPr>
          <a:xfrm>
            <a:off x="0" y="3041780"/>
            <a:ext cx="12192000" cy="996821"/>
          </a:xfrm>
          <a:prstGeom prst="rect">
            <a:avLst/>
          </a:prstGeom>
        </p:spPr>
      </p:pic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8D1BC3D3-58C0-0049-BEFB-EE68A473FEC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107757" y="4343400"/>
            <a:ext cx="2633472" cy="1790700"/>
          </a:xfrm>
        </p:spPr>
        <p:txBody>
          <a:bodyPr lIns="91440" rIns="91440"/>
          <a:lstStyle>
            <a:lvl1pPr algn="ctr">
              <a:defRPr sz="2000">
                <a:solidFill>
                  <a:schemeClr val="accent2"/>
                </a:solidFill>
                <a:latin typeface="+mj-lt"/>
              </a:defRPr>
            </a:lvl1pPr>
            <a:lvl2pPr marL="9525" indent="0" algn="ctr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Picture Description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85508D5-66A4-F74F-8DE9-DB1D0813B2D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57693" y="1905001"/>
            <a:ext cx="2133600" cy="2133599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rIns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75080088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F64A9B-5AD2-8F48-977E-554ACFE50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6265" t="2" r="54205" b="-1490"/>
          <a:stretch/>
        </p:blipFill>
        <p:spPr>
          <a:xfrm>
            <a:off x="4421394" y="0"/>
            <a:ext cx="1161825" cy="696019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AA569CC-FF0D-B940-87F9-2250AB926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2746026"/>
            <a:ext cx="3606639" cy="52322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B22A31-06B1-EA47-B6DE-DC190F52FED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62798" y="457201"/>
            <a:ext cx="4572000" cy="1691640"/>
          </a:xfrm>
        </p:spPr>
        <p:txBody>
          <a:bodyPr rIns="91440" anchor="ctr"/>
          <a:lstStyle>
            <a:lvl1pPr algn="l">
              <a:defRPr sz="1800">
                <a:solidFill>
                  <a:schemeClr val="accent2"/>
                </a:solidFill>
                <a:latin typeface="+mj-lt"/>
              </a:defRPr>
            </a:lvl1pPr>
            <a:lvl2pPr marL="9525" indent="0" algn="l">
              <a:lnSpc>
                <a:spcPct val="105000"/>
              </a:lnSpc>
              <a:spcBef>
                <a:spcPts val="10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Picture Description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7D432E79-DAB3-8D4F-944D-0A5A85505AC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162798" y="2444116"/>
            <a:ext cx="4572000" cy="1691640"/>
          </a:xfrm>
        </p:spPr>
        <p:txBody>
          <a:bodyPr rIns="91440" anchor="ctr"/>
          <a:lstStyle>
            <a:lvl1pPr algn="l">
              <a:defRPr sz="1800">
                <a:solidFill>
                  <a:schemeClr val="accent2"/>
                </a:solidFill>
                <a:latin typeface="+mj-lt"/>
              </a:defRPr>
            </a:lvl1pPr>
            <a:lvl2pPr marL="9525" indent="0" algn="l">
              <a:lnSpc>
                <a:spcPct val="105000"/>
              </a:lnSpc>
              <a:spcBef>
                <a:spcPts val="10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Picture Description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50040452-5FC8-0545-9A8E-C6C9DE8C8FB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162798" y="4431030"/>
            <a:ext cx="4572000" cy="1691640"/>
          </a:xfrm>
        </p:spPr>
        <p:txBody>
          <a:bodyPr rIns="91440" anchor="ctr"/>
          <a:lstStyle>
            <a:lvl1pPr algn="l">
              <a:defRPr sz="1800">
                <a:solidFill>
                  <a:schemeClr val="accent2"/>
                </a:solidFill>
                <a:latin typeface="+mj-lt"/>
              </a:defRPr>
            </a:lvl1pPr>
            <a:lvl2pPr marL="9525" indent="0" algn="l">
              <a:lnSpc>
                <a:spcPct val="105000"/>
              </a:lnSpc>
              <a:spcBef>
                <a:spcPts val="10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Picture Description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0B7128B-00BC-8F4F-88EA-11703BDC141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4941" y="457200"/>
            <a:ext cx="1691537" cy="169153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rIns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02901C15-A9B5-E84F-B2C4-95DB4E60FCE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34941" y="2444478"/>
            <a:ext cx="1691537" cy="169153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rIns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3EB582F-594D-5D4F-9CBD-6A02054CA02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34941" y="4431756"/>
            <a:ext cx="1691537" cy="1691536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rIns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29044001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F64A9B-5AD2-8F48-977E-554ACFE50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6265" t="2" r="54205" b="-1490"/>
          <a:stretch/>
        </p:blipFill>
        <p:spPr>
          <a:xfrm>
            <a:off x="4421394" y="0"/>
            <a:ext cx="1161825" cy="696019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AA569CC-FF0D-B940-87F9-2250AB926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2746026"/>
            <a:ext cx="3606639" cy="52322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B22A31-06B1-EA47-B6DE-DC190F52FED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564701" y="457199"/>
            <a:ext cx="5170099" cy="1280160"/>
          </a:xfrm>
        </p:spPr>
        <p:txBody>
          <a:bodyPr anchor="ctr"/>
          <a:lstStyle>
            <a:lvl1pPr algn="l">
              <a:defRPr sz="1800">
                <a:solidFill>
                  <a:schemeClr val="accent2"/>
                </a:solidFill>
                <a:latin typeface="+mj-lt"/>
              </a:defRPr>
            </a:lvl1pPr>
            <a:lvl2pPr marL="9525" indent="0" algn="l">
              <a:lnSpc>
                <a:spcPct val="105000"/>
              </a:lnSpc>
              <a:spcBef>
                <a:spcPts val="10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Picture Description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7D432E79-DAB3-8D4F-944D-0A5A85505AC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571987" y="1922779"/>
            <a:ext cx="5162838" cy="1280160"/>
          </a:xfrm>
        </p:spPr>
        <p:txBody>
          <a:bodyPr anchor="ctr"/>
          <a:lstStyle>
            <a:lvl1pPr algn="l">
              <a:defRPr sz="1800">
                <a:solidFill>
                  <a:schemeClr val="accent2"/>
                </a:solidFill>
                <a:latin typeface="+mj-lt"/>
              </a:defRPr>
            </a:lvl1pPr>
            <a:lvl2pPr marL="9525" indent="0" algn="l">
              <a:lnSpc>
                <a:spcPct val="105000"/>
              </a:lnSpc>
              <a:spcBef>
                <a:spcPts val="10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Picture Description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50040452-5FC8-0545-9A8E-C6C9DE8C8FB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571987" y="3388359"/>
            <a:ext cx="5162839" cy="1280160"/>
          </a:xfrm>
        </p:spPr>
        <p:txBody>
          <a:bodyPr anchor="ctr"/>
          <a:lstStyle>
            <a:lvl1pPr algn="l">
              <a:defRPr sz="1800">
                <a:solidFill>
                  <a:schemeClr val="accent2"/>
                </a:solidFill>
                <a:latin typeface="+mj-lt"/>
              </a:defRPr>
            </a:lvl1pPr>
            <a:lvl2pPr marL="9525" indent="0" algn="l">
              <a:lnSpc>
                <a:spcPct val="105000"/>
              </a:lnSpc>
              <a:spcBef>
                <a:spcPts val="10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Picture Description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0B7128B-00BC-8F4F-88EA-11703BDC1414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5034942" y="457199"/>
            <a:ext cx="1280161" cy="128016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rIns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02901C15-A9B5-E84F-B2C4-95DB4E60FCE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5034942" y="1922779"/>
            <a:ext cx="1280161" cy="128016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rIns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3EB582F-594D-5D4F-9CBD-6A02054CA026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5034942" y="3388359"/>
            <a:ext cx="1280161" cy="128016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rIns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3D5A90CB-02EF-7747-A166-82C19CAD1B7A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5034942" y="4853940"/>
            <a:ext cx="1280161" cy="128016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rIns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C3D0032D-3F40-C14A-94B4-20112DB6C036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571987" y="4853939"/>
            <a:ext cx="5162839" cy="1280160"/>
          </a:xfrm>
        </p:spPr>
        <p:txBody>
          <a:bodyPr anchor="ctr"/>
          <a:lstStyle>
            <a:lvl1pPr algn="l">
              <a:defRPr sz="1800">
                <a:solidFill>
                  <a:schemeClr val="accent2"/>
                </a:solidFill>
                <a:latin typeface="+mj-lt"/>
              </a:defRPr>
            </a:lvl1pPr>
            <a:lvl2pPr marL="9525" indent="0" algn="l">
              <a:lnSpc>
                <a:spcPct val="105000"/>
              </a:lnSpc>
              <a:spcBef>
                <a:spcPts val="10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Picture Description</a:t>
            </a:r>
          </a:p>
          <a:p>
            <a:pPr lvl="1"/>
            <a:r>
              <a:rPr lang="en-US"/>
              <a:t>Supporting info</a:t>
            </a:r>
          </a:p>
        </p:txBody>
      </p:sp>
    </p:spTree>
    <p:extLst>
      <p:ext uri="{BB962C8B-B14F-4D97-AF65-F5344CB8AC3E}">
        <p14:creationId xmlns:p14="http://schemas.microsoft.com/office/powerpoint/2010/main" val="105386095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A569CC-FF0D-B940-87F9-2250AB926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B22A31-06B1-EA47-B6DE-DC190F52FED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0061" y="3162300"/>
            <a:ext cx="3611880" cy="2971800"/>
          </a:xfrm>
        </p:spPr>
        <p:txBody>
          <a:bodyPr rIns="91440"/>
          <a:lstStyle>
            <a:lvl1pPr>
              <a:defRPr sz="2000">
                <a:latin typeface="+mj-lt"/>
              </a:defRPr>
            </a:lvl1pPr>
            <a:lvl2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Icon name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7D432E79-DAB3-8D4F-944D-0A5A85505AC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99705" y="3162300"/>
            <a:ext cx="3611880" cy="2971800"/>
          </a:xfrm>
        </p:spPr>
        <p:txBody>
          <a:bodyPr rIns="91440"/>
          <a:lstStyle>
            <a:lvl1pPr>
              <a:defRPr sz="2000">
                <a:latin typeface="+mj-lt"/>
              </a:defRPr>
            </a:lvl1pPr>
            <a:lvl2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Icon name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50040452-5FC8-0545-9A8E-C6C9DE8C8FB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29349" y="3162300"/>
            <a:ext cx="3611880" cy="2971800"/>
          </a:xfrm>
        </p:spPr>
        <p:txBody>
          <a:bodyPr rIns="91440"/>
          <a:lstStyle>
            <a:lvl1pPr>
              <a:defRPr sz="2000">
                <a:latin typeface="+mj-lt"/>
              </a:defRPr>
            </a:lvl1pPr>
            <a:lvl2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Icon name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AC43FC0-DD45-F846-9097-A7BCD2B4A3C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0061" y="2254623"/>
            <a:ext cx="603504" cy="603504"/>
          </a:xfrm>
        </p:spPr>
        <p:txBody>
          <a:bodyPr rIns="0"/>
          <a:lstStyle>
            <a:lvl1pPr algn="ctr">
              <a:defRPr sz="9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E47F4AA0-4A68-E342-8192-6CC7230EE1A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99705" y="2254623"/>
            <a:ext cx="603504" cy="603504"/>
          </a:xfrm>
        </p:spPr>
        <p:txBody>
          <a:bodyPr rIns="0"/>
          <a:lstStyle>
            <a:lvl1pPr algn="ctr">
              <a:defRPr sz="9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9E0F5356-C389-064C-8BE1-A15CF996E2D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29349" y="2254623"/>
            <a:ext cx="603504" cy="603504"/>
          </a:xfrm>
        </p:spPr>
        <p:txBody>
          <a:bodyPr rIns="0"/>
          <a:lstStyle>
            <a:lvl1pPr algn="ctr">
              <a:defRPr sz="9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55286221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A569CC-FF0D-B940-87F9-2250AB926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B22A31-06B1-EA47-B6DE-DC190F52FED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0061" y="3162300"/>
            <a:ext cx="2651760" cy="2971800"/>
          </a:xfrm>
        </p:spPr>
        <p:txBody>
          <a:bodyPr rIns="91440"/>
          <a:lstStyle>
            <a:lvl1pPr>
              <a:defRPr sz="2000">
                <a:latin typeface="+mj-lt"/>
              </a:defRPr>
            </a:lvl1pPr>
            <a:lvl2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Icon name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7D432E79-DAB3-8D4F-944D-0A5A85505AC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43197" y="3162300"/>
            <a:ext cx="2651760" cy="2971800"/>
          </a:xfrm>
        </p:spPr>
        <p:txBody>
          <a:bodyPr rIns="91440"/>
          <a:lstStyle>
            <a:lvl1pPr>
              <a:defRPr sz="2000">
                <a:latin typeface="+mj-lt"/>
              </a:defRPr>
            </a:lvl1pPr>
            <a:lvl2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Icon name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50040452-5FC8-0545-9A8E-C6C9DE8C8FB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16333" y="3162300"/>
            <a:ext cx="2651760" cy="2971800"/>
          </a:xfrm>
        </p:spPr>
        <p:txBody>
          <a:bodyPr rIns="91440"/>
          <a:lstStyle>
            <a:lvl1pPr>
              <a:defRPr sz="2000">
                <a:latin typeface="+mj-lt"/>
              </a:defRPr>
            </a:lvl1pPr>
            <a:lvl2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Icon name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13471936-5EAB-8A4A-9419-A5A08CF58BE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89469" y="3162300"/>
            <a:ext cx="2651760" cy="2971800"/>
          </a:xfrm>
        </p:spPr>
        <p:txBody>
          <a:bodyPr rIns="91440"/>
          <a:lstStyle>
            <a:lvl1pPr>
              <a:defRPr sz="2000">
                <a:latin typeface="+mj-lt"/>
              </a:defRPr>
            </a:lvl1pPr>
            <a:lvl2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Icon name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948B8B1B-2797-DC43-B5B3-66D62CADE5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0061" y="2254624"/>
            <a:ext cx="603504" cy="603504"/>
          </a:xfrm>
        </p:spPr>
        <p:txBody>
          <a:bodyPr rIns="0"/>
          <a:lstStyle>
            <a:lvl1pPr algn="ctr">
              <a:defRPr sz="9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F6F48EB0-8981-8E48-9C6A-C8C53526986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43197" y="2254624"/>
            <a:ext cx="603504" cy="603504"/>
          </a:xfrm>
        </p:spPr>
        <p:txBody>
          <a:bodyPr rIns="0"/>
          <a:lstStyle>
            <a:lvl1pPr algn="ctr">
              <a:defRPr sz="9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91582D7F-6C65-8E4C-ADAE-24863B5EED0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216333" y="2254624"/>
            <a:ext cx="603504" cy="603504"/>
          </a:xfrm>
        </p:spPr>
        <p:txBody>
          <a:bodyPr rIns="0"/>
          <a:lstStyle>
            <a:lvl1pPr algn="ctr">
              <a:defRPr sz="9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CB1901AB-E9DB-C847-A08A-4A60F031031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089469" y="2254624"/>
            <a:ext cx="603504" cy="603504"/>
          </a:xfrm>
        </p:spPr>
        <p:txBody>
          <a:bodyPr rIns="0"/>
          <a:lstStyle>
            <a:lvl1pPr algn="ctr">
              <a:defRPr sz="9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195295852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A569CC-FF0D-B940-87F9-2250AB926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B22A31-06B1-EA47-B6DE-DC190F52FED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70061" y="3162300"/>
            <a:ext cx="2057400" cy="2971800"/>
          </a:xfrm>
        </p:spPr>
        <p:txBody>
          <a:bodyPr rIns="91440"/>
          <a:lstStyle>
            <a:lvl1pPr>
              <a:defRPr sz="2000">
                <a:latin typeface="+mj-lt"/>
              </a:defRPr>
            </a:lvl1pPr>
            <a:lvl2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Icon name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7D432E79-DAB3-8D4F-944D-0A5A85505AC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73503" y="3162300"/>
            <a:ext cx="2057400" cy="2971800"/>
          </a:xfrm>
        </p:spPr>
        <p:txBody>
          <a:bodyPr rIns="91440"/>
          <a:lstStyle>
            <a:lvl1pPr>
              <a:defRPr sz="2000">
                <a:latin typeface="+mj-lt"/>
              </a:defRPr>
            </a:lvl1pPr>
            <a:lvl2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Icon name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50040452-5FC8-0545-9A8E-C6C9DE8C8FB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076945" y="3162300"/>
            <a:ext cx="2057400" cy="2971800"/>
          </a:xfrm>
        </p:spPr>
        <p:txBody>
          <a:bodyPr rIns="91440"/>
          <a:lstStyle>
            <a:lvl1pPr>
              <a:defRPr sz="2000">
                <a:latin typeface="+mj-lt"/>
              </a:defRPr>
            </a:lvl1pPr>
            <a:lvl2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Icon name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13471936-5EAB-8A4A-9419-A5A08CF58BE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380387" y="3162300"/>
            <a:ext cx="2057400" cy="2971800"/>
          </a:xfrm>
        </p:spPr>
        <p:txBody>
          <a:bodyPr rIns="91440"/>
          <a:lstStyle>
            <a:lvl1pPr>
              <a:defRPr sz="2000">
                <a:latin typeface="+mj-lt"/>
              </a:defRPr>
            </a:lvl1pPr>
            <a:lvl2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Icon name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66A27CC9-5FC7-F245-B022-057A4C44522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683829" y="3162300"/>
            <a:ext cx="2057400" cy="2971800"/>
          </a:xfrm>
        </p:spPr>
        <p:txBody>
          <a:bodyPr rIns="91440"/>
          <a:lstStyle>
            <a:lvl1pPr>
              <a:defRPr sz="2000">
                <a:latin typeface="+mj-lt"/>
              </a:defRPr>
            </a:lvl1pPr>
            <a:lvl2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Icon name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151BBF03-B5BD-ED46-83AD-3CBFEC2038A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70061" y="2254624"/>
            <a:ext cx="603504" cy="603504"/>
          </a:xfrm>
        </p:spPr>
        <p:txBody>
          <a:bodyPr rIns="0"/>
          <a:lstStyle>
            <a:lvl1pPr algn="ctr">
              <a:defRPr sz="9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1" name="Picture Placeholder 5">
            <a:extLst>
              <a:ext uri="{FF2B5EF4-FFF2-40B4-BE49-F238E27FC236}">
                <a16:creationId xmlns:a16="http://schemas.microsoft.com/office/drawing/2014/main" id="{5370DC5B-8536-174B-9389-3D5708C8B3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773503" y="2254624"/>
            <a:ext cx="603504" cy="603504"/>
          </a:xfrm>
        </p:spPr>
        <p:txBody>
          <a:bodyPr rIns="0"/>
          <a:lstStyle>
            <a:lvl1pPr algn="ctr">
              <a:defRPr sz="9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2" name="Picture Placeholder 5">
            <a:extLst>
              <a:ext uri="{FF2B5EF4-FFF2-40B4-BE49-F238E27FC236}">
                <a16:creationId xmlns:a16="http://schemas.microsoft.com/office/drawing/2014/main" id="{CDA008E6-3A9C-8E4F-A76D-AF654918D2E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076945" y="2254624"/>
            <a:ext cx="603504" cy="603504"/>
          </a:xfrm>
        </p:spPr>
        <p:txBody>
          <a:bodyPr rIns="0"/>
          <a:lstStyle>
            <a:lvl1pPr algn="ctr">
              <a:defRPr sz="9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3" name="Picture Placeholder 5">
            <a:extLst>
              <a:ext uri="{FF2B5EF4-FFF2-40B4-BE49-F238E27FC236}">
                <a16:creationId xmlns:a16="http://schemas.microsoft.com/office/drawing/2014/main" id="{8CB4003F-B5B3-B04A-994D-D16287C1F33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380387" y="2254624"/>
            <a:ext cx="603504" cy="603504"/>
          </a:xfrm>
        </p:spPr>
        <p:txBody>
          <a:bodyPr rIns="0"/>
          <a:lstStyle>
            <a:lvl1pPr algn="ctr">
              <a:defRPr sz="9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4" name="Picture Placeholder 5">
            <a:extLst>
              <a:ext uri="{FF2B5EF4-FFF2-40B4-BE49-F238E27FC236}">
                <a16:creationId xmlns:a16="http://schemas.microsoft.com/office/drawing/2014/main" id="{F5744648-8088-2E4F-B87E-1364FAA9F1C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683829" y="2254624"/>
            <a:ext cx="603504" cy="603504"/>
          </a:xfrm>
        </p:spPr>
        <p:txBody>
          <a:bodyPr rIns="0"/>
          <a:lstStyle>
            <a:lvl1pPr algn="ctr">
              <a:defRPr sz="9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650545804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A569CC-FF0D-B940-87F9-2250AB926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2754231"/>
            <a:ext cx="3606639" cy="52322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B22A31-06B1-EA47-B6DE-DC190F52FED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57800" y="1333500"/>
            <a:ext cx="1676400" cy="1828800"/>
          </a:xfrm>
        </p:spPr>
        <p:txBody>
          <a:bodyPr rIns="0"/>
          <a:lstStyle>
            <a:lvl1pPr>
              <a:defRPr sz="2000">
                <a:latin typeface="+mj-lt"/>
              </a:defRPr>
            </a:lvl1pPr>
            <a:lvl2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Icon name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7D432E79-DAB3-8D4F-944D-0A5A85505AC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42936" y="1333500"/>
            <a:ext cx="1676400" cy="1828800"/>
          </a:xfrm>
        </p:spPr>
        <p:txBody>
          <a:bodyPr rIns="0"/>
          <a:lstStyle>
            <a:lvl1pPr>
              <a:defRPr sz="2000">
                <a:latin typeface="+mj-lt"/>
              </a:defRPr>
            </a:lvl1pPr>
            <a:lvl2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Icon name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50040452-5FC8-0545-9A8E-C6C9DE8C8FB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0054252" y="1333500"/>
            <a:ext cx="1676400" cy="1828800"/>
          </a:xfrm>
        </p:spPr>
        <p:txBody>
          <a:bodyPr rIns="0"/>
          <a:lstStyle>
            <a:lvl1pPr>
              <a:defRPr sz="2000">
                <a:latin typeface="+mj-lt"/>
              </a:defRPr>
            </a:lvl1pPr>
            <a:lvl2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Icon name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13471936-5EAB-8A4A-9419-A5A08CF58BE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257800" y="4311396"/>
            <a:ext cx="1676400" cy="1828800"/>
          </a:xfrm>
        </p:spPr>
        <p:txBody>
          <a:bodyPr rIns="0"/>
          <a:lstStyle>
            <a:lvl1pPr>
              <a:defRPr sz="2000">
                <a:latin typeface="+mj-lt"/>
              </a:defRPr>
            </a:lvl1pPr>
            <a:lvl2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Icon name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66A27CC9-5FC7-F245-B022-057A4C44522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642936" y="4311396"/>
            <a:ext cx="1676400" cy="1828800"/>
          </a:xfrm>
        </p:spPr>
        <p:txBody>
          <a:bodyPr rIns="0"/>
          <a:lstStyle>
            <a:lvl1pPr>
              <a:defRPr sz="2000">
                <a:latin typeface="+mj-lt"/>
              </a:defRPr>
            </a:lvl1pPr>
            <a:lvl2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Icon name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459EC634-3048-D346-B784-082073FA9F3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0054252" y="4311396"/>
            <a:ext cx="1676400" cy="1828800"/>
          </a:xfrm>
        </p:spPr>
        <p:txBody>
          <a:bodyPr rIns="0"/>
          <a:lstStyle>
            <a:lvl1pPr>
              <a:defRPr sz="2000">
                <a:latin typeface="+mj-lt"/>
              </a:defRPr>
            </a:lvl1pPr>
            <a:lvl2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2pPr>
            <a:lvl3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3pPr>
            <a:lvl4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4pPr>
            <a:lvl5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5pPr>
            <a:lvl6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6pPr>
            <a:lvl7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 b="0" cap="none" spc="0" baseline="0">
                <a:solidFill>
                  <a:schemeClr val="tx1"/>
                </a:solidFill>
                <a:latin typeface="+mn-lt"/>
              </a:defRPr>
            </a:lvl7pPr>
            <a:lvl8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8pPr>
            <a:lvl9pPr marL="9525" indent="0">
              <a:lnSpc>
                <a:spcPct val="105000"/>
              </a:lnSpc>
              <a:spcBef>
                <a:spcPts val="1500"/>
              </a:spcBef>
              <a:buFont typeface="Arial" panose="020B0604020202020204" pitchFamily="34" charset="0"/>
              <a:buChar char="​"/>
              <a:tabLst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Icon name</a:t>
            </a:r>
          </a:p>
          <a:p>
            <a:pPr lvl="1"/>
            <a:r>
              <a:rPr lang="en-US"/>
              <a:t>Supporting info</a:t>
            </a:r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34DC33E8-D423-9B40-87E5-1D94061C298B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57800" y="3435096"/>
            <a:ext cx="603504" cy="603504"/>
          </a:xfrm>
        </p:spPr>
        <p:txBody>
          <a:bodyPr rIns="0"/>
          <a:lstStyle>
            <a:lvl1pPr algn="ctr">
              <a:defRPr sz="9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DE6F2096-D9C7-8E49-AFCA-62B8FE4E987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257800" y="457200"/>
            <a:ext cx="603504" cy="603504"/>
          </a:xfrm>
        </p:spPr>
        <p:txBody>
          <a:bodyPr rIns="0"/>
          <a:lstStyle>
            <a:lvl1pPr algn="ctr">
              <a:defRPr sz="9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FB40099E-0266-A147-9A72-BC2F9D2233D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642936" y="457200"/>
            <a:ext cx="603504" cy="603504"/>
          </a:xfrm>
        </p:spPr>
        <p:txBody>
          <a:bodyPr rIns="0"/>
          <a:lstStyle>
            <a:lvl1pPr algn="ctr">
              <a:defRPr sz="9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0" name="Picture Placeholder 5">
            <a:extLst>
              <a:ext uri="{FF2B5EF4-FFF2-40B4-BE49-F238E27FC236}">
                <a16:creationId xmlns:a16="http://schemas.microsoft.com/office/drawing/2014/main" id="{CC2E3A56-77D8-2C45-8669-B7C335914B1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054252" y="471757"/>
            <a:ext cx="603504" cy="603504"/>
          </a:xfrm>
        </p:spPr>
        <p:txBody>
          <a:bodyPr rIns="0"/>
          <a:lstStyle>
            <a:lvl1pPr algn="ctr">
              <a:defRPr sz="9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1" name="Picture Placeholder 5">
            <a:extLst>
              <a:ext uri="{FF2B5EF4-FFF2-40B4-BE49-F238E27FC236}">
                <a16:creationId xmlns:a16="http://schemas.microsoft.com/office/drawing/2014/main" id="{0625094E-F66D-8E4E-8D13-805B9CEB83F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2936" y="3448050"/>
            <a:ext cx="603504" cy="603504"/>
          </a:xfrm>
        </p:spPr>
        <p:txBody>
          <a:bodyPr rIns="0"/>
          <a:lstStyle>
            <a:lvl1pPr algn="ctr">
              <a:defRPr sz="9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2" name="Picture Placeholder 5">
            <a:extLst>
              <a:ext uri="{FF2B5EF4-FFF2-40B4-BE49-F238E27FC236}">
                <a16:creationId xmlns:a16="http://schemas.microsoft.com/office/drawing/2014/main" id="{BF143E8C-E2D8-1C45-8A51-42C2D1DAA59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54252" y="3448050"/>
            <a:ext cx="603504" cy="603504"/>
          </a:xfrm>
        </p:spPr>
        <p:txBody>
          <a:bodyPr rIns="0"/>
          <a:lstStyle>
            <a:lvl1pPr algn="ctr">
              <a:defRPr sz="9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446579165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Layout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BBD33-6450-7846-8CB6-E0B4118F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DDDD0EF-DDD6-CF4A-B794-5A224237EAA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0061" y="1813335"/>
            <a:ext cx="5513832" cy="4320764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A04F16C-B1B8-1148-A86B-E7447D7BD7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7397" y="1813336"/>
            <a:ext cx="5513832" cy="1800408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05E6F-7E29-8A4C-88D7-63D30A87E1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061" y="1371600"/>
            <a:ext cx="5513832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1C6BEF8-A683-E145-871B-DE9B84D408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27397" y="1371600"/>
            <a:ext cx="5513832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37BCDB7-1A3B-2946-9635-351C11A0EE3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27397" y="4333691"/>
            <a:ext cx="5513832" cy="1800408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91A482C-DBEC-C941-A1E1-13448D3AFE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7397" y="3897826"/>
            <a:ext cx="5513832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076274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Layout 1-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BBD33-6450-7846-8CB6-E0B4118F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DDDD0EF-DDD6-CF4A-B794-5A224237EAA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0061" y="1813335"/>
            <a:ext cx="3611880" cy="4320764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A04F16C-B1B8-1148-A86B-E7447D7BD7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9705" y="1813336"/>
            <a:ext cx="3611880" cy="1800408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05E6F-7E29-8A4C-88D7-63D30A87E1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061" y="1371600"/>
            <a:ext cx="3611880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1C6BEF8-A683-E145-871B-DE9B84D408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99705" y="1371600"/>
            <a:ext cx="3611880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37BCDB7-1A3B-2946-9635-351C11A0EE3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99705" y="4333691"/>
            <a:ext cx="3611880" cy="1800408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91A482C-DBEC-C941-A1E1-13448D3AFE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9705" y="3897826"/>
            <a:ext cx="3611880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5C92760-7FAF-3541-A0D0-29535DE0300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9349" y="1813336"/>
            <a:ext cx="3611880" cy="1800408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57453D9-6621-174C-8ADE-72FF8E604E0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9349" y="1371600"/>
            <a:ext cx="3611880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FF24BD57-4EBC-1245-B2DC-98FA8B45045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29349" y="4333691"/>
            <a:ext cx="3611880" cy="1800408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C06C85C-C218-E94F-A960-B25247EB48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9349" y="3897826"/>
            <a:ext cx="3611880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2095577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Layout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BBD33-6450-7846-8CB6-E0B4118F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DDDD0EF-DDD6-CF4A-B794-5A224237EAA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0061" y="1813335"/>
            <a:ext cx="5513832" cy="1735526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A04F16C-B1B8-1148-A86B-E7447D7BD7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0061" y="4339561"/>
            <a:ext cx="5513832" cy="1794537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05E6F-7E29-8A4C-88D7-63D30A87E1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061" y="1371600"/>
            <a:ext cx="5513832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1C6BEF8-A683-E145-871B-DE9B84D408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061" y="3897826"/>
            <a:ext cx="5513832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37BCDB7-1A3B-2946-9635-351C11A0EE3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27397" y="1807464"/>
            <a:ext cx="5513832" cy="4326635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91A482C-DBEC-C941-A1E1-13448D3AFE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7397" y="1371600"/>
            <a:ext cx="5513832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361802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Layout 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BBD33-6450-7846-8CB6-E0B4118F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DDDD0EF-DDD6-CF4A-B794-5A224237EAA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0061" y="1813335"/>
            <a:ext cx="5513832" cy="1735526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A04F16C-B1B8-1148-A86B-E7447D7BD7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0061" y="4339561"/>
            <a:ext cx="5513832" cy="1794537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05E6F-7E29-8A4C-88D7-63D30A87E1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061" y="1371600"/>
            <a:ext cx="5513832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1C6BEF8-A683-E145-871B-DE9B84D408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061" y="3897826"/>
            <a:ext cx="5513832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FCD1C7A-D9A4-1544-B2E5-FAF3B2A7F99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27397" y="1813335"/>
            <a:ext cx="5513832" cy="1735526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AB00EFF-2AA5-9D4C-949B-5AC8DB45164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27397" y="4339561"/>
            <a:ext cx="5513832" cy="1794537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7D06EB3-393E-F84D-8787-3C1338D20D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7397" y="1371600"/>
            <a:ext cx="5513832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76D3B0B-0345-FE48-B235-6334593019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27397" y="3897826"/>
            <a:ext cx="5513832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9898234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Layout 2-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BBD33-6450-7846-8CB6-E0B4118F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DDDD0EF-DDD6-CF4A-B794-5A224237EAA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0061" y="1782855"/>
            <a:ext cx="3611880" cy="1916384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A04F16C-B1B8-1148-A86B-E7447D7BD7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0061" y="4268441"/>
            <a:ext cx="3611880" cy="1916384"/>
          </a:xfrm>
        </p:spPr>
        <p:txBody>
          <a:bodyPr lIns="91440" r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05E6F-7E29-8A4C-88D7-63D30A87E1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061" y="1371600"/>
            <a:ext cx="3611880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1C6BEF8-A683-E145-871B-DE9B84D408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0061" y="3857186"/>
            <a:ext cx="3611880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FCD1C7A-D9A4-1544-B2E5-FAF3B2A7F99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99705" y="1782855"/>
            <a:ext cx="3611880" cy="1916384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AB00EFF-2AA5-9D4C-949B-5AC8DB45164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299705" y="4268441"/>
            <a:ext cx="3611880" cy="1916384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7D06EB3-393E-F84D-8787-3C1338D20D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9705" y="1371600"/>
            <a:ext cx="3611880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76D3B0B-0345-FE48-B235-6334593019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9705" y="3857186"/>
            <a:ext cx="3611880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00831EC-E70F-3E4C-B9F6-8C8B03E506E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29349" y="1782855"/>
            <a:ext cx="3611879" cy="1916384"/>
          </a:xfrm>
        </p:spPr>
        <p:txBody>
          <a:bodyPr lIns="91440" r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75B036FC-5EAD-5943-9AEF-DB447DF73899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29349" y="4268441"/>
            <a:ext cx="3611879" cy="1916384"/>
          </a:xfrm>
        </p:spPr>
        <p:txBody>
          <a:bodyPr lIns="91440" r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CD4BC48-0796-EF45-A904-895FF6EA10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349" y="1371600"/>
            <a:ext cx="3611880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8A96A10-3A26-884D-AA06-4B354367E3B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9349" y="3857186"/>
            <a:ext cx="3611880" cy="304800"/>
          </a:xfrm>
          <a:solidFill>
            <a:schemeClr val="bg2"/>
          </a:solidFill>
        </p:spPr>
        <p:txBody>
          <a:bodyPr lIns="91440" tIns="9144" rIns="0" anchor="ctr"/>
          <a:lstStyle>
            <a:lvl1pPr marL="0" indent="0" algn="l">
              <a:lnSpc>
                <a:spcPct val="103000"/>
              </a:lnSpc>
              <a:buNone/>
              <a:defRPr sz="1050" b="1" cap="all" spc="70" baseline="0">
                <a:solidFill>
                  <a:schemeClr val="tx1"/>
                </a:solidFill>
                <a:latin typeface="+mn-lt"/>
              </a:defRPr>
            </a:lvl1pPr>
            <a:lvl2pPr marL="155448" indent="0">
              <a:buNone/>
              <a:defRPr/>
            </a:lvl2pPr>
            <a:lvl3pPr marL="347472" indent="0">
              <a:buNone/>
              <a:defRPr/>
            </a:lvl3pPr>
            <a:lvl4pPr marL="0" indent="0">
              <a:buNone/>
              <a:defRPr/>
            </a:lvl4pPr>
            <a:lvl5pPr marL="6350" indent="0">
              <a:buNone/>
              <a:defRPr/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8866769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125714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Midn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0F2064-8578-D349-A66C-E9235DAC75C6}"/>
              </a:ext>
            </a:extLst>
          </p:cNvPr>
          <p:cNvSpPr txBox="1"/>
          <p:nvPr userDrawn="1"/>
        </p:nvSpPr>
        <p:spPr>
          <a:xfrm>
            <a:off x="686404" y="6434864"/>
            <a:ext cx="954779" cy="107722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100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LAM RESEARCH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F3FE16-2061-4803-8046-24A32ADDD8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8208" y="6283829"/>
            <a:ext cx="307792" cy="30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689312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5393B8-7576-3449-9192-B841D06637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9156" b="11879"/>
          <a:stretch/>
        </p:blipFill>
        <p:spPr>
          <a:xfrm>
            <a:off x="0" y="0"/>
            <a:ext cx="2541318" cy="6043353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A36ECF9-CFEB-B64A-8A5E-CEA304E755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00497" y="4648200"/>
            <a:ext cx="8408269" cy="312073"/>
          </a:xfrm>
        </p:spPr>
        <p:txBody>
          <a:bodyPr wrap="square" anchor="b">
            <a:spAutoFit/>
          </a:bodyPr>
          <a:lstStyle>
            <a:lvl1pPr marL="0" indent="0" algn="l">
              <a:lnSpc>
                <a:spcPct val="103000"/>
              </a:lnSpc>
              <a:spcBef>
                <a:spcPts val="0"/>
              </a:spcBef>
              <a:spcAft>
                <a:spcPts val="1500"/>
              </a:spcAft>
              <a:buNone/>
              <a:defRPr sz="2100" b="0" i="1" baseline="0">
                <a:solidFill>
                  <a:schemeClr val="accent2"/>
                </a:solidFill>
                <a:latin typeface="+mj-lt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edit optional additional information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789E31-437E-0448-98BC-C92EE33EF7E0}"/>
              </a:ext>
            </a:extLst>
          </p:cNvPr>
          <p:cNvSpPr txBox="1"/>
          <p:nvPr userDrawn="1"/>
        </p:nvSpPr>
        <p:spPr>
          <a:xfrm>
            <a:off x="3281448" y="2404728"/>
            <a:ext cx="7231727" cy="20928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13300" kern="1200" spc="0">
                <a:solidFill>
                  <a:schemeClr val="bg1"/>
                </a:solidFill>
                <a:latin typeface="+mj-lt"/>
              </a:rPr>
              <a:t>Q&amp;A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94425B-5FE4-4541-BFC3-E8ED68B4F76C}"/>
              </a:ext>
            </a:extLst>
          </p:cNvPr>
          <p:cNvSpPr txBox="1"/>
          <p:nvPr userDrawn="1"/>
        </p:nvSpPr>
        <p:spPr>
          <a:xfrm>
            <a:off x="686404" y="6434864"/>
            <a:ext cx="954779" cy="107722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100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LAM RESEARCH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FB09F7-1AF4-433A-B921-5EF05D2937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8208" y="6283829"/>
            <a:ext cx="307792" cy="30779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A99C7E5-6A31-452C-9AEB-01C539A574A8}"/>
              </a:ext>
            </a:extLst>
          </p:cNvPr>
          <p:cNvSpPr/>
          <p:nvPr userDrawn="1"/>
        </p:nvSpPr>
        <p:spPr bwMode="auto">
          <a:xfrm>
            <a:off x="8709891" y="6283829"/>
            <a:ext cx="3482109" cy="574171"/>
          </a:xfrm>
          <a:prstGeom prst="rect">
            <a:avLst/>
          </a:prstGeom>
          <a:solidFill>
            <a:schemeClr val="tx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732402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E24339E2-63A3-491D-9B4E-A524F5B5CC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6553" y="4876801"/>
            <a:ext cx="2647619" cy="1039906"/>
          </a:xfrm>
          <a:prstGeom prst="rect">
            <a:avLst/>
          </a:prstGeom>
        </p:spPr>
      </p:pic>
      <p:sp>
        <p:nvSpPr>
          <p:cNvPr id="619" name="Rectangle 618">
            <a:extLst>
              <a:ext uri="{FF2B5EF4-FFF2-40B4-BE49-F238E27FC236}">
                <a16:creationId xmlns:a16="http://schemas.microsoft.com/office/drawing/2014/main" id="{01BF27D4-12E1-1840-BBD2-49B712CFD37F}"/>
              </a:ext>
            </a:extLst>
          </p:cNvPr>
          <p:cNvSpPr/>
          <p:nvPr userDrawn="1"/>
        </p:nvSpPr>
        <p:spPr bwMode="auto">
          <a:xfrm>
            <a:off x="11827565" y="4542182"/>
            <a:ext cx="364435" cy="2315817"/>
          </a:xfrm>
          <a:prstGeom prst="rect">
            <a:avLst/>
          </a:prstGeom>
          <a:solidFill>
            <a:schemeClr val="tx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i="0" u="none" strike="noStrike" cap="none" normalizeH="0" baseline="0">
              <a:ln>
                <a:noFill/>
              </a:ln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D2A313-E146-DD40-BC83-9C0E3FE534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9485" t="71111" b="13725"/>
          <a:stretch/>
        </p:blipFill>
        <p:spPr>
          <a:xfrm>
            <a:off x="3594846" y="4876800"/>
            <a:ext cx="8597153" cy="10399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4339BB-005D-403D-8731-A35D7974F0FD}"/>
              </a:ext>
            </a:extLst>
          </p:cNvPr>
          <p:cNvSpPr/>
          <p:nvPr userDrawn="1"/>
        </p:nvSpPr>
        <p:spPr bwMode="auto">
          <a:xfrm>
            <a:off x="8709891" y="6283829"/>
            <a:ext cx="3482109" cy="574171"/>
          </a:xfrm>
          <a:prstGeom prst="rect">
            <a:avLst/>
          </a:prstGeom>
          <a:solidFill>
            <a:schemeClr val="tx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87590925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E5E1EB6-86DD-1E48-A238-81347E313515}"/>
              </a:ext>
            </a:extLst>
          </p:cNvPr>
          <p:cNvGrpSpPr/>
          <p:nvPr userDrawn="1"/>
        </p:nvGrpSpPr>
        <p:grpSpPr>
          <a:xfrm>
            <a:off x="-646" y="0"/>
            <a:ext cx="12182357" cy="6860238"/>
            <a:chOff x="-646" y="0"/>
            <a:chExt cx="12182357" cy="6860238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399D9F0-3882-7441-A617-D6F5006909D9}"/>
                </a:ext>
              </a:extLst>
            </p:cNvPr>
            <p:cNvGrpSpPr/>
            <p:nvPr userDrawn="1"/>
          </p:nvGrpSpPr>
          <p:grpSpPr>
            <a:xfrm>
              <a:off x="-646" y="0"/>
              <a:ext cx="12182357" cy="6860238"/>
              <a:chOff x="-646" y="0"/>
              <a:chExt cx="12182357" cy="6860238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965F366D-BE99-B74C-A22A-0135D298A8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200" y="2238"/>
                <a:ext cx="0" cy="685800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97B1D56-85E1-EE4E-ADAC-BEBC3C36D1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46" y="459438"/>
                <a:ext cx="12182357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6B00246B-2232-C949-BE21-F1D7888F16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31752" y="0"/>
                <a:ext cx="0" cy="685800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6003C654-824E-C449-A062-22ED4750CE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46" y="6128718"/>
                <a:ext cx="12182357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7C0E3F7-E683-AD4B-8399-51FA6D0825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46" y="6449890"/>
                <a:ext cx="12182357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AFCE5279-9F9C-D941-855A-208745F8D8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46" y="6522253"/>
                <a:ext cx="12182357" cy="0"/>
              </a:xfrm>
              <a:prstGeom prst="line">
                <a:avLst/>
              </a:prstGeom>
              <a:ln w="12700">
                <a:solidFill>
                  <a:schemeClr val="accent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A0DAAE83-F53E-A040-8C76-6A782C8787FA}"/>
                </a:ext>
              </a:extLst>
            </p:cNvPr>
            <p:cNvGrpSpPr/>
            <p:nvPr userDrawn="1"/>
          </p:nvGrpSpPr>
          <p:grpSpPr>
            <a:xfrm>
              <a:off x="463633" y="457207"/>
              <a:ext cx="11271167" cy="5667659"/>
              <a:chOff x="463633" y="457207"/>
              <a:chExt cx="11271167" cy="5667659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BD3D569A-D1D2-6142-B0E1-513AB00783FF}"/>
                  </a:ext>
                </a:extLst>
              </p:cNvPr>
              <p:cNvSpPr/>
              <p:nvPr/>
            </p:nvSpPr>
            <p:spPr>
              <a:xfrm>
                <a:off x="463633" y="457207"/>
                <a:ext cx="729472" cy="5667659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AB435EFD-B0A3-7641-9634-1F65658E8148}"/>
                  </a:ext>
                </a:extLst>
              </p:cNvPr>
              <p:cNvSpPr/>
              <p:nvPr/>
            </p:nvSpPr>
            <p:spPr>
              <a:xfrm>
                <a:off x="1421969" y="457207"/>
                <a:ext cx="729472" cy="5667659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693266C3-DF80-064A-BC90-7B2173ADA74E}"/>
                  </a:ext>
                </a:extLst>
              </p:cNvPr>
              <p:cNvSpPr/>
              <p:nvPr/>
            </p:nvSpPr>
            <p:spPr>
              <a:xfrm>
                <a:off x="2380305" y="457207"/>
                <a:ext cx="729472" cy="5667659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3E269D16-E7E0-A94F-A713-1493209085E9}"/>
                  </a:ext>
                </a:extLst>
              </p:cNvPr>
              <p:cNvSpPr/>
              <p:nvPr/>
            </p:nvSpPr>
            <p:spPr>
              <a:xfrm>
                <a:off x="3338641" y="457207"/>
                <a:ext cx="729472" cy="5667659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F9196236-7266-9241-AEC0-BAF6BE880AEB}"/>
                  </a:ext>
                </a:extLst>
              </p:cNvPr>
              <p:cNvSpPr/>
              <p:nvPr/>
            </p:nvSpPr>
            <p:spPr>
              <a:xfrm>
                <a:off x="4296977" y="457207"/>
                <a:ext cx="729472" cy="5667659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BF106C4C-B243-DF43-B76D-8CAC97BFD48B}"/>
                  </a:ext>
                </a:extLst>
              </p:cNvPr>
              <p:cNvSpPr/>
              <p:nvPr/>
            </p:nvSpPr>
            <p:spPr>
              <a:xfrm>
                <a:off x="5255313" y="457207"/>
                <a:ext cx="729472" cy="5667659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4514700E-826C-3348-9238-25D94D073C4A}"/>
                  </a:ext>
                </a:extLst>
              </p:cNvPr>
              <p:cNvSpPr/>
              <p:nvPr/>
            </p:nvSpPr>
            <p:spPr>
              <a:xfrm>
                <a:off x="6213649" y="457207"/>
                <a:ext cx="729472" cy="5667659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A1AAE9F4-AB83-DB4F-BD99-8A741F3811EC}"/>
                  </a:ext>
                </a:extLst>
              </p:cNvPr>
              <p:cNvSpPr/>
              <p:nvPr/>
            </p:nvSpPr>
            <p:spPr>
              <a:xfrm>
                <a:off x="7171985" y="457207"/>
                <a:ext cx="729472" cy="5667659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25520C19-14F3-274C-BD72-4271AC279966}"/>
                  </a:ext>
                </a:extLst>
              </p:cNvPr>
              <p:cNvSpPr/>
              <p:nvPr/>
            </p:nvSpPr>
            <p:spPr>
              <a:xfrm>
                <a:off x="8130321" y="457207"/>
                <a:ext cx="729472" cy="5667659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46A08F32-E8CD-EF4B-84D8-7294C75BE2DB}"/>
                  </a:ext>
                </a:extLst>
              </p:cNvPr>
              <p:cNvSpPr/>
              <p:nvPr/>
            </p:nvSpPr>
            <p:spPr>
              <a:xfrm>
                <a:off x="9088657" y="457207"/>
                <a:ext cx="729472" cy="5667659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F432B71B-174C-CC42-A610-8038C8040716}"/>
                  </a:ext>
                </a:extLst>
              </p:cNvPr>
              <p:cNvSpPr/>
              <p:nvPr/>
            </p:nvSpPr>
            <p:spPr>
              <a:xfrm>
                <a:off x="10046993" y="457207"/>
                <a:ext cx="729472" cy="5667659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61FA5E39-522D-BE4C-8712-A41847F94C7D}"/>
                  </a:ext>
                </a:extLst>
              </p:cNvPr>
              <p:cNvSpPr/>
              <p:nvPr/>
            </p:nvSpPr>
            <p:spPr>
              <a:xfrm>
                <a:off x="11005328" y="457207"/>
                <a:ext cx="729472" cy="5667659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89CEEC7-4829-4F42-96D2-2EF48D009B26}"/>
                </a:ext>
              </a:extLst>
            </p:cNvPr>
            <p:cNvGrpSpPr/>
            <p:nvPr userDrawn="1"/>
          </p:nvGrpSpPr>
          <p:grpSpPr>
            <a:xfrm>
              <a:off x="828369" y="457207"/>
              <a:ext cx="10541695" cy="6400788"/>
              <a:chOff x="828369" y="457207"/>
              <a:chExt cx="10541695" cy="5669269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FFABCADB-7DAD-4D4B-96D0-3E3A129D47FC}"/>
                  </a:ext>
                </a:extLst>
              </p:cNvPr>
              <p:cNvCxnSpPr/>
              <p:nvPr/>
            </p:nvCxnSpPr>
            <p:spPr>
              <a:xfrm>
                <a:off x="828369" y="457207"/>
                <a:ext cx="0" cy="5667659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45F0F4FE-2B77-154C-B92C-7CBE09D6C968}"/>
                  </a:ext>
                </a:extLst>
              </p:cNvPr>
              <p:cNvCxnSpPr/>
              <p:nvPr/>
            </p:nvCxnSpPr>
            <p:spPr>
              <a:xfrm>
                <a:off x="11370064" y="457207"/>
                <a:ext cx="0" cy="5667659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244740F9-A998-D04C-A20D-4D0C26243169}"/>
                  </a:ext>
                </a:extLst>
              </p:cNvPr>
              <p:cNvCxnSpPr/>
              <p:nvPr/>
            </p:nvCxnSpPr>
            <p:spPr>
              <a:xfrm>
                <a:off x="10411729" y="458817"/>
                <a:ext cx="0" cy="5667659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85838C49-97F8-184E-86B5-2625987EEAE1}"/>
                  </a:ext>
                </a:extLst>
              </p:cNvPr>
              <p:cNvCxnSpPr/>
              <p:nvPr/>
            </p:nvCxnSpPr>
            <p:spPr>
              <a:xfrm>
                <a:off x="9453393" y="457207"/>
                <a:ext cx="0" cy="5667659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0AFBB14F-75B2-7F4F-8275-DB95388A7FEC}"/>
                  </a:ext>
                </a:extLst>
              </p:cNvPr>
              <p:cNvCxnSpPr/>
              <p:nvPr/>
            </p:nvCxnSpPr>
            <p:spPr>
              <a:xfrm>
                <a:off x="8495057" y="457207"/>
                <a:ext cx="0" cy="5667659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3720A32F-F088-B34A-AF8C-C38B06AB0E67}"/>
                  </a:ext>
                </a:extLst>
              </p:cNvPr>
              <p:cNvCxnSpPr/>
              <p:nvPr/>
            </p:nvCxnSpPr>
            <p:spPr>
              <a:xfrm>
                <a:off x="7536721" y="457207"/>
                <a:ext cx="0" cy="5667659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4A901A35-22FA-EE46-A1A2-8E1BF48E891F}"/>
                  </a:ext>
                </a:extLst>
              </p:cNvPr>
              <p:cNvCxnSpPr/>
              <p:nvPr/>
            </p:nvCxnSpPr>
            <p:spPr>
              <a:xfrm>
                <a:off x="6578385" y="457207"/>
                <a:ext cx="0" cy="5667659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E6C2E617-0178-E848-ADBE-30E49DA5F052}"/>
                  </a:ext>
                </a:extLst>
              </p:cNvPr>
              <p:cNvCxnSpPr/>
              <p:nvPr/>
            </p:nvCxnSpPr>
            <p:spPr>
              <a:xfrm>
                <a:off x="5620049" y="457207"/>
                <a:ext cx="0" cy="5667659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0B506F5-FA91-DF4B-94B3-A2A952B6958A}"/>
                  </a:ext>
                </a:extLst>
              </p:cNvPr>
              <p:cNvCxnSpPr/>
              <p:nvPr/>
            </p:nvCxnSpPr>
            <p:spPr>
              <a:xfrm>
                <a:off x="4661713" y="457207"/>
                <a:ext cx="0" cy="5667659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A5E46D47-A617-7D47-B276-C2C995B2CB91}"/>
                  </a:ext>
                </a:extLst>
              </p:cNvPr>
              <p:cNvCxnSpPr/>
              <p:nvPr/>
            </p:nvCxnSpPr>
            <p:spPr>
              <a:xfrm>
                <a:off x="3703377" y="457207"/>
                <a:ext cx="0" cy="5667659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787B8BEA-AF3E-8749-8172-265F4A449576}"/>
                  </a:ext>
                </a:extLst>
              </p:cNvPr>
              <p:cNvCxnSpPr/>
              <p:nvPr/>
            </p:nvCxnSpPr>
            <p:spPr>
              <a:xfrm>
                <a:off x="2745041" y="457207"/>
                <a:ext cx="0" cy="5667659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2CF45F12-A9D6-C249-8B29-54CE2EDB948C}"/>
                  </a:ext>
                </a:extLst>
              </p:cNvPr>
              <p:cNvCxnSpPr/>
              <p:nvPr/>
            </p:nvCxnSpPr>
            <p:spPr>
              <a:xfrm>
                <a:off x="1786705" y="457207"/>
                <a:ext cx="0" cy="5667659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0CCD2187-349A-544D-845C-0572A0947D8A}"/>
                </a:ext>
              </a:extLst>
            </p:cNvPr>
            <p:cNvGrpSpPr/>
            <p:nvPr userDrawn="1"/>
          </p:nvGrpSpPr>
          <p:grpSpPr>
            <a:xfrm>
              <a:off x="457200" y="457207"/>
              <a:ext cx="11277600" cy="5667707"/>
              <a:chOff x="-769" y="454969"/>
              <a:chExt cx="12182357" cy="5667707"/>
            </a:xfrm>
          </p:grpSpPr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D3BB9EAC-193A-3645-8A2E-6532722E8B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4549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87049D14-1D9C-984B-94BE-83E4E5F09E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7532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57E686EA-216E-044E-921D-F7581B9296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10515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159ABEF7-EF1D-174F-A359-224F272C27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13498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32BB7574-F59D-FD45-8A77-D57F59F48E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16481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CFE78B75-E830-E948-86F4-C037F624502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19464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16B3CE65-B675-F447-BFA5-48CDE088E5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22447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62C12E5-7AC9-B04E-B7BD-0CD1B3F56E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25430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A60479D6-8406-C845-AA81-7657FA74C4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28413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3CB4F64A-FE07-FD4E-896D-191C4AEA66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31396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9FA1C5ED-9FEF-4643-A78D-CF19072750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34379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5564D3E9-94BA-1B40-A999-AB10E979EE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37362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6CDAA2EA-C03A-FF41-8163-C015B9F84B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40345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EC5FFB9C-999E-3842-9840-864F6C365F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43328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34D109CA-3985-444D-985B-A69A746578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46311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4132CEFC-E306-0440-9D07-946486691E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49294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BFBF2DBF-63D4-1645-90C3-D8A358A51B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52277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738F7DD7-1E5E-6840-99CB-6FB7D46579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55260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75289685-C0E9-A842-A0BB-D72077480A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5824369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031687B6-2A24-AD41-8D65-55B4CF06B1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769" y="6122676"/>
                <a:ext cx="12182357" cy="0"/>
              </a:xfrm>
              <a:prstGeom prst="line">
                <a:avLst/>
              </a:prstGeom>
              <a:ln w="6350">
                <a:solidFill>
                  <a:schemeClr val="accent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268837198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4B5BB904-CA9A-A215-32CB-E88B3CE8F72E}"/>
              </a:ext>
            </a:extLst>
          </p:cNvPr>
          <p:cNvSpPr txBox="1"/>
          <p:nvPr userDrawn="1"/>
        </p:nvSpPr>
        <p:spPr>
          <a:xfrm>
            <a:off x="695325" y="710684"/>
            <a:ext cx="6096000" cy="166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E28"/>
                </a:solidFill>
                <a:effectLst/>
                <a:uLnTx/>
                <a:uFillTx/>
                <a:latin typeface="Noto Sans CJK KR Bold"/>
                <a:ea typeface="Noto Sans CJK KR Bold"/>
                <a:cs typeface="Pretendard Variable SemiBold" panose="02000003000000020004" pitchFamily="2" charset="-127"/>
              </a:rPr>
              <a:t>추천 강사 프로필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Noto Sans CJK KR Bold"/>
                <a:ea typeface="Noto Sans CJK KR Bold"/>
                <a:cs typeface="Pretendard Variable SemiBold" panose="02000003000000020004" pitchFamily="2" charset="-127"/>
              </a:rPr>
              <a:t>Profile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Noto Sans CJK KR Bold"/>
              <a:ea typeface="Noto Sans CJK KR Bold"/>
              <a:cs typeface="Pretendard Variable SemiBold" panose="02000003000000020004" pitchFamily="2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078BB3B-91AF-5322-17C2-DDDC24870CBC}"/>
              </a:ext>
            </a:extLst>
          </p:cNvPr>
          <p:cNvSpPr/>
          <p:nvPr userDrawn="1"/>
        </p:nvSpPr>
        <p:spPr>
          <a:xfrm>
            <a:off x="695325" y="1336068"/>
            <a:ext cx="1258887" cy="1645258"/>
          </a:xfrm>
          <a:prstGeom prst="roundRect">
            <a:avLst>
              <a:gd name="adj" fmla="val 9807"/>
            </a:avLst>
          </a:prstGeom>
          <a:solidFill>
            <a:srgbClr val="D8DEE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/>
              <a:ea typeface="Noto Sans CJK KR DemiLight"/>
              <a:cs typeface="+mn-cs"/>
            </a:endParaRPr>
          </a:p>
        </p:txBody>
      </p:sp>
      <p:sp>
        <p:nvSpPr>
          <p:cNvPr id="2" name="텍스트 개체 틀 21">
            <a:extLst>
              <a:ext uri="{FF2B5EF4-FFF2-40B4-BE49-F238E27FC236}">
                <a16:creationId xmlns:a16="http://schemas.microsoft.com/office/drawing/2014/main" id="{72E55FE5-9648-D84A-C1B7-5169E73826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913" y="3600000"/>
            <a:ext cx="1258887" cy="207262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200" kern="1200" dirty="0">
                <a:solidFill>
                  <a:srgbClr val="686C7A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  <a:cs typeface="Pretendard Variable Medium" panose="00000500000000000000" pitchFamily="2" charset="-127"/>
              </a:defRPr>
            </a:lvl1pPr>
          </a:lstStyle>
          <a:p>
            <a:pPr lvl="0"/>
            <a:r>
              <a:rPr lang="ko-KR" altLang="en-US" dirty="0"/>
              <a:t>직급</a:t>
            </a:r>
          </a:p>
        </p:txBody>
      </p:sp>
      <p:sp>
        <p:nvSpPr>
          <p:cNvPr id="5" name="텍스트 개체 틀 21">
            <a:extLst>
              <a:ext uri="{FF2B5EF4-FFF2-40B4-BE49-F238E27FC236}">
                <a16:creationId xmlns:a16="http://schemas.microsoft.com/office/drawing/2014/main" id="{234EAA80-0436-7E23-1580-665619864A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913" y="3276000"/>
            <a:ext cx="1258887" cy="297345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2000" kern="1200" dirty="0">
                <a:solidFill>
                  <a:srgbClr val="1D1E28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  <a:cs typeface="Pretendard Variable SemiBold" panose="02000003000000020004" pitchFamily="2" charset="-127"/>
              </a:defRPr>
            </a:lvl1pPr>
          </a:lstStyle>
          <a:p>
            <a:pPr lvl="0"/>
            <a:r>
              <a:rPr lang="ko-KR" altLang="en-US" dirty="0"/>
              <a:t>이름</a:t>
            </a:r>
          </a:p>
        </p:txBody>
      </p:sp>
    </p:spTree>
    <p:extLst>
      <p:ext uri="{BB962C8B-B14F-4D97-AF65-F5344CB8AC3E}">
        <p14:creationId xmlns:p14="http://schemas.microsoft.com/office/powerpoint/2010/main" val="3265137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38">
          <p15:clr>
            <a:srgbClr val="FBAE40"/>
          </p15:clr>
        </p15:guide>
        <p15:guide id="4" pos="1232">
          <p15:clr>
            <a:srgbClr val="FBAE40"/>
          </p15:clr>
        </p15:guide>
        <p15:guide id="5" pos="1391">
          <p15:clr>
            <a:srgbClr val="FBAE40"/>
          </p15:clr>
        </p15:guide>
        <p15:guide id="6" pos="7242">
          <p15:clr>
            <a:srgbClr val="FBAE40"/>
          </p15:clr>
        </p15:guide>
        <p15:guide id="7" pos="3205">
          <p15:clr>
            <a:srgbClr val="FBAE40"/>
          </p15:clr>
        </p15:guide>
        <p15:guide id="8" pos="3409">
          <p15:clr>
            <a:srgbClr val="FBAE40"/>
          </p15:clr>
        </p15:guide>
        <p15:guide id="9" pos="5223">
          <p15:clr>
            <a:srgbClr val="FBAE40"/>
          </p15:clr>
        </p15:guide>
        <p15:guide id="10" pos="5428">
          <p15:clr>
            <a:srgbClr val="FBAE40"/>
          </p15:clr>
        </p15:guide>
        <p15:guide id="11" orient="horz" pos="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FEC613E5-A858-4C18-8780-1ED1FB15FF27}"/>
              </a:ext>
            </a:extLst>
          </p:cNvPr>
          <p:cNvPicPr>
            <a:picLocks noChangeAspect="1"/>
          </p:cNvPicPr>
          <p:nvPr userDrawn="1"/>
        </p:nvPicPr>
        <p:blipFill>
          <a:blip r:embed="rId43"/>
          <a:stretch>
            <a:fillRect/>
          </a:stretch>
        </p:blipFill>
        <p:spPr>
          <a:xfrm>
            <a:off x="418208" y="6283828"/>
            <a:ext cx="307792" cy="30779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470061" y="330817"/>
            <a:ext cx="11271168" cy="52322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470061" y="1638299"/>
            <a:ext cx="11271168" cy="4493589"/>
          </a:xfrm>
          <a:prstGeom prst="rect">
            <a:avLst/>
          </a:prstGeom>
        </p:spPr>
        <p:txBody>
          <a:bodyPr vert="horz" lIns="0" tIns="0" rIns="91440" bIns="0" rtlCol="0" anchor="t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Box 27"/>
          <p:cNvSpPr txBox="1"/>
          <p:nvPr userDrawn="1"/>
        </p:nvSpPr>
        <p:spPr>
          <a:xfrm>
            <a:off x="11370064" y="6426328"/>
            <a:ext cx="371168" cy="10994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EA36E680-CA23-4A7B-A569-206E3541EBB7}" type="slidenum">
              <a:rPr kumimoji="0" lang="en-US" sz="700" b="1" i="0" u="none" strike="noStrike" kern="1200" cap="none" spc="100" normalizeH="0" baseline="0" smtClean="0">
                <a:ln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700" b="1" i="0" u="none" strike="noStrike" kern="1200" cap="none" spc="100" normalizeH="0" baseline="0">
              <a:ln>
                <a:noFill/>
              </a:ln>
              <a:solidFill>
                <a:schemeClr val="tx2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DDB31B-E474-5247-9B58-DD08E7458821}"/>
              </a:ext>
            </a:extLst>
          </p:cNvPr>
          <p:cNvSpPr txBox="1"/>
          <p:nvPr userDrawn="1"/>
        </p:nvSpPr>
        <p:spPr>
          <a:xfrm>
            <a:off x="686404" y="6434864"/>
            <a:ext cx="954779" cy="107722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100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LAM RESEARCH</a:t>
            </a:r>
          </a:p>
        </p:txBody>
      </p:sp>
      <p:sp>
        <p:nvSpPr>
          <p:cNvPr id="9" name="ConfidentialityLevelBanner" descr="{&quot;HashCode&quot;:-220435330,&quot;Placement&quot;:&quot;Footer&quot;,&quot;Top&quot;:522.862549,&quot;Left&quot;:0.0,&quot;SlideWidth&quot;:960,&quot;SlideHeight&quot;:540}">
            <a:extLst>
              <a:ext uri="{FF2B5EF4-FFF2-40B4-BE49-F238E27FC236}">
                <a16:creationId xmlns:a16="http://schemas.microsoft.com/office/drawing/2014/main" id="{97A09443-25A1-457D-B1C4-DFF125088D6F}"/>
              </a:ext>
            </a:extLst>
          </p:cNvPr>
          <p:cNvSpPr txBox="1"/>
          <p:nvPr userDrawn="1"/>
        </p:nvSpPr>
        <p:spPr>
          <a:xfrm>
            <a:off x="0" y="6640354"/>
            <a:ext cx="11931693" cy="21764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sz="800" kern="1200" spc="0" baseline="0" dirty="0">
                <a:solidFill>
                  <a:srgbClr val="A4AEB7"/>
                </a:solidFill>
                <a:latin typeface="arial" panose="020B0604020202020204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Confidential – Limited Access and Use</a:t>
            </a:r>
          </a:p>
        </p:txBody>
      </p:sp>
    </p:spTree>
    <p:extLst>
      <p:ext uri="{BB962C8B-B14F-4D97-AF65-F5344CB8AC3E}">
        <p14:creationId xmlns:p14="http://schemas.microsoft.com/office/powerpoint/2010/main" val="3922502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815" r:id="rId2"/>
    <p:sldLayoutId id="2147483798" r:id="rId3"/>
    <p:sldLayoutId id="2147483797" r:id="rId4"/>
    <p:sldLayoutId id="2147483783" r:id="rId5"/>
    <p:sldLayoutId id="2147483683" r:id="rId6"/>
    <p:sldLayoutId id="2147483684" r:id="rId7"/>
    <p:sldLayoutId id="2147483819" r:id="rId8"/>
    <p:sldLayoutId id="2147483685" r:id="rId9"/>
    <p:sldLayoutId id="2147483784" r:id="rId10"/>
    <p:sldLayoutId id="2147483687" r:id="rId11"/>
    <p:sldLayoutId id="2147483688" r:id="rId12"/>
    <p:sldLayoutId id="2147483818" r:id="rId13"/>
    <p:sldLayoutId id="2147483792" r:id="rId14"/>
    <p:sldLayoutId id="2147483793" r:id="rId15"/>
    <p:sldLayoutId id="2147483795" r:id="rId16"/>
    <p:sldLayoutId id="2147483802" r:id="rId17"/>
    <p:sldLayoutId id="2147483811" r:id="rId18"/>
    <p:sldLayoutId id="2147483812" r:id="rId19"/>
    <p:sldLayoutId id="2147483813" r:id="rId20"/>
    <p:sldLayoutId id="2147483800" r:id="rId21"/>
    <p:sldLayoutId id="2147483801" r:id="rId22"/>
    <p:sldLayoutId id="2147483789" r:id="rId23"/>
    <p:sldLayoutId id="2147483805" r:id="rId24"/>
    <p:sldLayoutId id="2147483790" r:id="rId25"/>
    <p:sldLayoutId id="2147483806" r:id="rId26"/>
    <p:sldLayoutId id="2147483786" r:id="rId27"/>
    <p:sldLayoutId id="2147483787" r:id="rId28"/>
    <p:sldLayoutId id="2147483785" r:id="rId29"/>
    <p:sldLayoutId id="2147483788" r:id="rId30"/>
    <p:sldLayoutId id="2147483803" r:id="rId31"/>
    <p:sldLayoutId id="2147483810" r:id="rId32"/>
    <p:sldLayoutId id="2147483807" r:id="rId33"/>
    <p:sldLayoutId id="2147483808" r:id="rId34"/>
    <p:sldLayoutId id="2147483809" r:id="rId35"/>
    <p:sldLayoutId id="2147483686" r:id="rId36"/>
    <p:sldLayoutId id="2147483791" r:id="rId37"/>
    <p:sldLayoutId id="2147483816" r:id="rId38"/>
    <p:sldLayoutId id="2147483699" r:id="rId39"/>
    <p:sldLayoutId id="2147483702" r:id="rId40"/>
    <p:sldLayoutId id="2147483820" r:id="rId41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350" indent="-6350" algn="l" defTabSz="914400" rtl="0" eaLnBrk="1" latinLnBrk="0" hangingPunct="1">
        <a:lnSpc>
          <a:spcPct val="120000"/>
        </a:lnSpc>
        <a:spcBef>
          <a:spcPts val="1500"/>
        </a:spcBef>
        <a:spcAft>
          <a:spcPts val="0"/>
        </a:spcAft>
        <a:buClrTx/>
        <a:buSzPct val="80000"/>
        <a:buFont typeface="Arial" panose="020B0604020202020204" pitchFamily="34" charset="0"/>
        <a:buChar char="​"/>
        <a:tabLst/>
        <a:defRPr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292100" indent="-119063" algn="l" defTabSz="914400" rtl="0" eaLnBrk="1" latinLnBrk="0" hangingPunct="1">
        <a:lnSpc>
          <a:spcPct val="120000"/>
        </a:lnSpc>
        <a:spcBef>
          <a:spcPts val="300"/>
        </a:spcBef>
        <a:spcAft>
          <a:spcPts val="0"/>
        </a:spcAft>
        <a:buClr>
          <a:schemeClr val="accent2"/>
        </a:buClr>
        <a:buFont typeface="Arial" panose="020B0604020202020204" pitchFamily="34" charset="0"/>
        <a:buChar char="•"/>
        <a:tabLst/>
        <a:defRPr lang="en-US" sz="14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465138" indent="-119063" algn="l" defTabSz="914400" rtl="0" eaLnBrk="1" latinLnBrk="0" hangingPunct="1">
        <a:lnSpc>
          <a:spcPct val="120000"/>
        </a:lnSpc>
        <a:spcBef>
          <a:spcPts val="3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–"/>
        <a:tabLst/>
        <a:defRPr lang="en-US" sz="12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350" indent="-6350" algn="l" defTabSz="914400" rtl="0" eaLnBrk="1" latinLnBrk="0" hangingPunct="1">
        <a:lnSpc>
          <a:spcPct val="103000"/>
        </a:lnSpc>
        <a:spcBef>
          <a:spcPts val="1500"/>
        </a:spcBef>
        <a:spcAft>
          <a:spcPts val="0"/>
        </a:spcAft>
        <a:buClr>
          <a:schemeClr val="accent3"/>
        </a:buClr>
        <a:buFont typeface="Arial" panose="020B0604020202020204" pitchFamily="34" charset="0"/>
        <a:buChar char="​"/>
        <a:tabLst/>
        <a:defRPr lang="en-US" sz="2100" b="0" kern="1200" dirty="0" smtClean="0">
          <a:solidFill>
            <a:schemeClr val="accent2"/>
          </a:solidFill>
          <a:latin typeface="+mj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20000"/>
        </a:lnSpc>
        <a:spcBef>
          <a:spcPts val="1500"/>
        </a:spcBef>
        <a:spcAft>
          <a:spcPts val="0"/>
        </a:spcAft>
        <a:buClr>
          <a:schemeClr val="accent2"/>
        </a:buClr>
        <a:buFont typeface="Arial" panose="020B0604020202020204" pitchFamily="34" charset="0"/>
        <a:buChar char="+"/>
        <a:tabLst/>
        <a:defRPr lang="en-US" sz="1600" b="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82880" indent="-182880" algn="l" defTabSz="914400" rtl="0" eaLnBrk="1" latinLnBrk="0" hangingPunct="1">
        <a:lnSpc>
          <a:spcPct val="120000"/>
        </a:lnSpc>
        <a:spcBef>
          <a:spcPts val="1500"/>
        </a:spcBef>
        <a:spcAft>
          <a:spcPts val="0"/>
        </a:spcAft>
        <a:buClr>
          <a:schemeClr val="accent5"/>
        </a:buClr>
        <a:buFont typeface="Arial" panose="020B0604020202020204" pitchFamily="34" charset="0"/>
        <a:buChar char="×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6350" indent="-6350" algn="l" defTabSz="914400" rtl="0" eaLnBrk="1" latinLnBrk="0" hangingPunct="1">
        <a:lnSpc>
          <a:spcPct val="105000"/>
        </a:lnSpc>
        <a:spcBef>
          <a:spcPts val="1500"/>
        </a:spcBef>
        <a:spcAft>
          <a:spcPts val="0"/>
        </a:spcAft>
        <a:buFont typeface="Arial" panose="020B0604020202020204" pitchFamily="34" charset="0"/>
        <a:buChar char="​"/>
        <a:tabLst/>
        <a:defRPr sz="1200" b="1" kern="1200" cap="all" spc="50" baseline="0">
          <a:solidFill>
            <a:schemeClr val="tx1"/>
          </a:solidFill>
          <a:latin typeface="+mn-lt"/>
          <a:ea typeface="+mn-ea"/>
          <a:cs typeface="+mn-cs"/>
        </a:defRPr>
      </a:lvl7pPr>
      <a:lvl8pPr marL="6350" indent="-6350" algn="l" defTabSz="914400" rtl="0" eaLnBrk="1" latinLnBrk="0" hangingPunct="1">
        <a:lnSpc>
          <a:spcPct val="105000"/>
        </a:lnSpc>
        <a:spcBef>
          <a:spcPts val="1500"/>
        </a:spcBef>
        <a:spcAft>
          <a:spcPts val="0"/>
        </a:spcAft>
        <a:buFont typeface="Arial" panose="020B0604020202020204" pitchFamily="34" charset="0"/>
        <a:buChar char="​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38125" indent="-238125" algn="l" defTabSz="914400" rtl="0" eaLnBrk="1" latinLnBrk="0" hangingPunct="1">
        <a:lnSpc>
          <a:spcPct val="120000"/>
        </a:lnSpc>
        <a:spcBef>
          <a:spcPts val="1500"/>
        </a:spcBef>
        <a:spcAft>
          <a:spcPts val="0"/>
        </a:spcAft>
        <a:buFont typeface="+mj-lt"/>
        <a:buAutoNum type="arabicPeriod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288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3768" userDrawn="1">
          <p15:clr>
            <a:srgbClr val="F26B43"/>
          </p15:clr>
        </p15:guide>
        <p15:guide id="5" pos="3912" userDrawn="1">
          <p15:clr>
            <a:srgbClr val="F26B43"/>
          </p15:clr>
        </p15:guide>
        <p15:guide id="6" pos="3312" userDrawn="1">
          <p15:clr>
            <a:srgbClr val="F26B43"/>
          </p15:clr>
        </p15:guide>
        <p15:guide id="7" pos="3168" userDrawn="1">
          <p15:clr>
            <a:srgbClr val="F26B43"/>
          </p15:clr>
        </p15:guide>
        <p15:guide id="8" pos="2712" userDrawn="1">
          <p15:clr>
            <a:srgbClr val="F26B43"/>
          </p15:clr>
        </p15:guide>
        <p15:guide id="9" pos="2568" userDrawn="1">
          <p15:clr>
            <a:srgbClr val="F26B43"/>
          </p15:clr>
        </p15:guide>
        <p15:guide id="10" pos="2088" userDrawn="1">
          <p15:clr>
            <a:srgbClr val="F26B43"/>
          </p15:clr>
        </p15:guide>
        <p15:guide id="11" pos="1944" userDrawn="1">
          <p15:clr>
            <a:srgbClr val="F26B43"/>
          </p15:clr>
        </p15:guide>
        <p15:guide id="12" pos="1488" userDrawn="1">
          <p15:clr>
            <a:srgbClr val="F26B43"/>
          </p15:clr>
        </p15:guide>
        <p15:guide id="13" pos="1344" userDrawn="1">
          <p15:clr>
            <a:srgbClr val="F26B43"/>
          </p15:clr>
        </p15:guide>
        <p15:guide id="14" pos="888" userDrawn="1">
          <p15:clr>
            <a:srgbClr val="F26B43"/>
          </p15:clr>
        </p15:guide>
        <p15:guide id="15" pos="744" userDrawn="1">
          <p15:clr>
            <a:srgbClr val="F26B43"/>
          </p15:clr>
        </p15:guide>
        <p15:guide id="16" pos="288" userDrawn="1">
          <p15:clr>
            <a:srgbClr val="F26B43"/>
          </p15:clr>
        </p15:guide>
        <p15:guide id="17" pos="4368" userDrawn="1">
          <p15:clr>
            <a:srgbClr val="F26B43"/>
          </p15:clr>
        </p15:guide>
        <p15:guide id="18" pos="4512" userDrawn="1">
          <p15:clr>
            <a:srgbClr val="F26B43"/>
          </p15:clr>
        </p15:guide>
        <p15:guide id="19" pos="4968" userDrawn="1">
          <p15:clr>
            <a:srgbClr val="F26B43"/>
          </p15:clr>
        </p15:guide>
        <p15:guide id="20" pos="5112" userDrawn="1">
          <p15:clr>
            <a:srgbClr val="F26B43"/>
          </p15:clr>
        </p15:guide>
        <p15:guide id="21" pos="5568" userDrawn="1">
          <p15:clr>
            <a:srgbClr val="F26B43"/>
          </p15:clr>
        </p15:guide>
        <p15:guide id="22" pos="5712" userDrawn="1">
          <p15:clr>
            <a:srgbClr val="F26B43"/>
          </p15:clr>
        </p15:guide>
        <p15:guide id="23" pos="6192" userDrawn="1">
          <p15:clr>
            <a:srgbClr val="F26B43"/>
          </p15:clr>
        </p15:guide>
        <p15:guide id="24" pos="6336" userDrawn="1">
          <p15:clr>
            <a:srgbClr val="F26B43"/>
          </p15:clr>
        </p15:guide>
        <p15:guide id="25" pos="6792" userDrawn="1">
          <p15:clr>
            <a:srgbClr val="F26B43"/>
          </p15:clr>
        </p15:guide>
        <p15:guide id="26" pos="6936" userDrawn="1">
          <p15:clr>
            <a:srgbClr val="F26B43"/>
          </p15:clr>
        </p15:guide>
        <p15:guide id="27" pos="7392" userDrawn="1">
          <p15:clr>
            <a:srgbClr val="F26B43"/>
          </p15:clr>
        </p15:guide>
        <p15:guide id="28" orient="horz" pos="4104" userDrawn="1">
          <p15:clr>
            <a:srgbClr val="F26B43"/>
          </p15:clr>
        </p15:guide>
        <p15:guide id="29" orient="horz" pos="4056" userDrawn="1">
          <p15:clr>
            <a:srgbClr val="F26B43"/>
          </p15:clr>
        </p15:guide>
        <p15:guide id="30" orient="horz" pos="3864" userDrawn="1">
          <p15:clr>
            <a:srgbClr val="F26B43"/>
          </p15:clr>
        </p15:guide>
        <p15:guide id="31" orient="horz" pos="3672" userDrawn="1">
          <p15:clr>
            <a:srgbClr val="F26B43"/>
          </p15:clr>
        </p15:guide>
        <p15:guide id="32" orient="horz" pos="3480" userDrawn="1">
          <p15:clr>
            <a:srgbClr val="F26B43"/>
          </p15:clr>
        </p15:guide>
        <p15:guide id="33" orient="horz" pos="3288" userDrawn="1">
          <p15:clr>
            <a:srgbClr val="F26B43"/>
          </p15:clr>
        </p15:guide>
        <p15:guide id="34" orient="horz" pos="3120" userDrawn="1">
          <p15:clr>
            <a:srgbClr val="F26B43"/>
          </p15:clr>
        </p15:guide>
        <p15:guide id="35" orient="horz" pos="2928" userDrawn="1">
          <p15:clr>
            <a:srgbClr val="F26B43"/>
          </p15:clr>
        </p15:guide>
        <p15:guide id="36" orient="horz" pos="2544" userDrawn="1">
          <p15:clr>
            <a:srgbClr val="F26B43"/>
          </p15:clr>
        </p15:guide>
        <p15:guide id="37" orient="horz" pos="2352" userDrawn="1">
          <p15:clr>
            <a:srgbClr val="F26B43"/>
          </p15:clr>
        </p15:guide>
        <p15:guide id="38" orient="horz" pos="2736" userDrawn="1">
          <p15:clr>
            <a:srgbClr val="F26B43"/>
          </p15:clr>
        </p15:guide>
        <p15:guide id="39" orient="horz" pos="1992" userDrawn="1">
          <p15:clr>
            <a:srgbClr val="F26B43"/>
          </p15:clr>
        </p15:guide>
        <p15:guide id="40" orient="horz" pos="1800" userDrawn="1">
          <p15:clr>
            <a:srgbClr val="F26B43"/>
          </p15:clr>
        </p15:guide>
        <p15:guide id="41" orient="horz" pos="1608" userDrawn="1">
          <p15:clr>
            <a:srgbClr val="F26B43"/>
          </p15:clr>
        </p15:guide>
        <p15:guide id="42" orient="horz" pos="1416" userDrawn="1">
          <p15:clr>
            <a:srgbClr val="F26B43"/>
          </p15:clr>
        </p15:guide>
        <p15:guide id="43" orient="horz" pos="1224" userDrawn="1">
          <p15:clr>
            <a:srgbClr val="F26B43"/>
          </p15:clr>
        </p15:guide>
        <p15:guide id="44" orient="horz" pos="1032" userDrawn="1">
          <p15:clr>
            <a:srgbClr val="F26B43"/>
          </p15:clr>
        </p15:guide>
        <p15:guide id="45" orient="horz" pos="864" userDrawn="1">
          <p15:clr>
            <a:srgbClr val="F26B43"/>
          </p15:clr>
        </p15:guide>
        <p15:guide id="46" orient="horz" pos="672" userDrawn="1">
          <p15:clr>
            <a:srgbClr val="F26B43"/>
          </p15:clr>
        </p15:guide>
        <p15:guide id="47" orient="horz" pos="4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D92CF-A4D1-B044-9637-B54705370D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/>
              <a:t>교육 운영 결과보고서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D891A5-E45B-234B-9786-A4F69A379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805" y="3350257"/>
            <a:ext cx="9104484" cy="409343"/>
          </a:xfrm>
        </p:spPr>
        <p:txBody>
          <a:bodyPr/>
          <a:lstStyle/>
          <a:p>
            <a:r>
              <a:rPr lang="en-US" altLang="ko-KR" sz="2800" i="0" dirty="0" err="1">
                <a:latin typeface="+mn-ea"/>
              </a:rPr>
              <a:t>class_name</a:t>
            </a:r>
            <a:endParaRPr lang="ko-KR" altLang="en-US" sz="2800" i="0" dirty="0">
              <a:latin typeface="+mn-ea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803D0A-6873-409B-B06D-6525AC53ED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KOREA HR L&amp;D 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41A7C-8475-4833-A8F5-836138F105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805" y="5965979"/>
            <a:ext cx="8382000" cy="184474"/>
          </a:xfrm>
        </p:spPr>
        <p:txBody>
          <a:bodyPr/>
          <a:lstStyle/>
          <a:p>
            <a:r>
              <a:rPr lang="en-US" altLang="ko-KR" dirty="0"/>
              <a:t>March</a:t>
            </a:r>
            <a:r>
              <a:rPr lang="ko-KR" altLang="en-US" dirty="0"/>
              <a:t> </a:t>
            </a:r>
            <a:r>
              <a:rPr lang="en-US" dirty="0"/>
              <a:t>202</a:t>
            </a:r>
            <a:r>
              <a:rPr lang="en-US" altLang="ko-KR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273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95BF9-20D6-C5CB-FFE1-9E0FAD688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354F04-BFA7-C5A5-473D-FEFB7F2CF7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315333-CA6B-2F89-FDA0-711E548E60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과정</a:t>
            </a:r>
            <a:r>
              <a:rPr lang="en-US" altLang="ko-KR" dirty="0"/>
              <a:t> </a:t>
            </a:r>
            <a:r>
              <a:rPr lang="ko-KR" altLang="en-US" dirty="0"/>
              <a:t>개요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603BC1-4206-C079-9EF4-7D4429BB3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02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E03E6A2-44FE-BB73-BB5F-86F1D3FBC8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만족도 결과 요약 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6EB182F-5B13-7756-6684-834A149B8A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2C6F19E-A55C-6577-8228-F9CF30528DD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ko-KR" altLang="en-US" dirty="0"/>
              <a:t>문항별 세부 결과 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E3EA355-A45A-3A02-9A62-564702C8E1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/>
              <a:t>04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6116D424-B047-48FF-E283-3919278B4C0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ko-KR" altLang="en-US" dirty="0"/>
              <a:t>현장 이슈 대응 및 제언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AD88D6DF-6BA3-162A-D6F3-D00F677778D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ko-KR" dirty="0"/>
              <a:t>05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1C1170F-6130-C04B-D095-D295EBBAE72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ko-KR" altLang="en-US" dirty="0"/>
              <a:t>운영 비용</a:t>
            </a:r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21D872BE-8E8F-B5D9-C014-E7A75DBB090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altLang="ko-KR" dirty="0"/>
              <a:t>cf.</a:t>
            </a:r>
            <a:endParaRPr lang="ko-KR" altLang="en-US" dirty="0"/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7A5B481F-573E-B290-BF82-A22B34BDC25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61796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04B539-36E5-5C9F-E310-B0250BAB0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61" y="330817"/>
            <a:ext cx="11271168" cy="523220"/>
          </a:xfrm>
        </p:spPr>
        <p:txBody>
          <a:bodyPr/>
          <a:lstStyle/>
          <a:p>
            <a:r>
              <a:rPr lang="en-US" altLang="ko-KR" noProof="0" dirty="0"/>
              <a:t>1. </a:t>
            </a:r>
            <a:r>
              <a:rPr lang="en-US" altLang="ko-KR" dirty="0" err="1">
                <a:latin typeface="+mj-ea"/>
              </a:rPr>
              <a:t>class_name</a:t>
            </a:r>
            <a:r>
              <a:rPr lang="ko-KR" altLang="en-US" dirty="0">
                <a:latin typeface="+mj-ea"/>
              </a:rPr>
              <a:t> </a:t>
            </a:r>
            <a:r>
              <a:rPr lang="ko-KR" altLang="en-US" noProof="0" dirty="0"/>
              <a:t>과정 개요  </a:t>
            </a:r>
            <a:endParaRPr lang="ko-KR" altLang="en-US" dirty="0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98FE7F99-187E-CB73-B7D4-390499E9C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320618"/>
              </p:ext>
            </p:extLst>
          </p:nvPr>
        </p:nvGraphicFramePr>
        <p:xfrm>
          <a:off x="6374398" y="1987468"/>
          <a:ext cx="4946117" cy="42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402">
                  <a:extLst>
                    <a:ext uri="{9D8B030D-6E8A-4147-A177-3AD203B41FA5}">
                      <a16:colId xmlns:a16="http://schemas.microsoft.com/office/drawing/2014/main" val="2064343318"/>
                    </a:ext>
                  </a:extLst>
                </a:gridCol>
                <a:gridCol w="3903715">
                  <a:extLst>
                    <a:ext uri="{9D8B030D-6E8A-4147-A177-3AD203B41FA5}">
                      <a16:colId xmlns:a16="http://schemas.microsoft.com/office/drawing/2014/main" val="3077634365"/>
                    </a:ext>
                  </a:extLst>
                </a:gridCol>
              </a:tblGrid>
              <a:tr h="254640">
                <a:tc>
                  <a:txBody>
                    <a:bodyPr/>
                    <a:lstStyle/>
                    <a:p>
                      <a:pPr marL="0" algn="ctr" defTabSz="755934" rtl="0" eaLnBrk="1" latinLnBrk="0" hangingPunct="1">
                        <a:lnSpc>
                          <a:spcPct val="100000"/>
                        </a:lnSpc>
                      </a:pPr>
                      <a:r>
                        <a:rPr kumimoji="0" lang="ko-KR" altLang="en-US" sz="900" b="1" i="0" u="none" strike="noStrike" kern="1100" cap="none" spc="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Pretendard Variable Medium" panose="02000003000000020004" pitchFamily="2" charset="-127"/>
                        </a:rPr>
                        <a:t>시간</a:t>
                      </a:r>
                    </a:p>
                  </a:txBody>
                  <a:tcPr marL="27000" marR="54000" marT="35100" marB="459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CE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100" cap="none" spc="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Pretendard Variable" panose="02000003000000020004" pitchFamily="2" charset="-127"/>
                        </a:rPr>
                        <a:t>내용</a:t>
                      </a:r>
                      <a:endParaRPr kumimoji="0" lang="en-US" altLang="ko-KR" sz="900" b="1" i="0" u="none" strike="noStrike" kern="1100" cap="none" spc="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  <a:cs typeface="Pretendard Variable" panose="02000003000000020004" pitchFamily="2" charset="-127"/>
                      </a:endParaRPr>
                    </a:p>
                  </a:txBody>
                  <a:tcPr marL="27000" marR="54000" marT="35100" marB="459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CE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544170"/>
                  </a:ext>
                </a:extLst>
              </a:tr>
              <a:tr h="876700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100" cap="none" spc="-9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Pretendard Variable" panose="02000003000000020004" pitchFamily="2" charset="-127"/>
                        </a:rPr>
                        <a:t>09:00~</a:t>
                      </a:r>
                      <a:r>
                        <a:rPr kumimoji="0" lang="en-US" altLang="ko-KR" sz="900" b="1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Pretendard Variable" panose="02000003000000020004" pitchFamily="2" charset="-127"/>
                        </a:rPr>
                        <a:t>11</a:t>
                      </a:r>
                      <a:r>
                        <a:rPr kumimoji="0" lang="en-US" altLang="ko-KR" sz="900" b="1" i="0" u="none" strike="noStrike" kern="1100" cap="none" spc="-9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Pretendard Variable" panose="02000003000000020004" pitchFamily="2" charset="-127"/>
                        </a:rPr>
                        <a:t>:00</a:t>
                      </a:r>
                      <a:endParaRPr kumimoji="0" lang="ko-KR" altLang="en-US" sz="900" b="1" i="0" u="none" strike="noStrike" kern="1100" cap="none" spc="-9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Pretendard Variable" panose="02000003000000020004" pitchFamily="2" charset="-127"/>
                      </a:endParaRPr>
                    </a:p>
                  </a:txBody>
                  <a:tcPr marL="36000" marR="72000" marT="46800" marB="61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</a:txBody>
                  <a:tcPr marL="27000" marR="54000" marT="35100" marB="459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974710"/>
                  </a:ext>
                </a:extLst>
              </a:tr>
              <a:tr h="949758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Pretendard Variable" panose="02000003000000020004" pitchFamily="2" charset="-127"/>
                        </a:rPr>
                        <a:t>11:00~12:00</a:t>
                      </a:r>
                      <a:endParaRPr kumimoji="0" lang="ko-KR" altLang="en-US" sz="900" b="1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Pretendard Variable" panose="02000003000000020004" pitchFamily="2" charset="-127"/>
                      </a:endParaRPr>
                    </a:p>
                  </a:txBody>
                  <a:tcPr marL="36000" marR="72000" marT="46800" marB="61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</a:txBody>
                  <a:tcPr marL="27000" marR="54000" marT="35100" marB="459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039774"/>
                  </a:ext>
                </a:extLst>
              </a:tr>
              <a:tr h="261926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Pretendard Variable" panose="02000003000000020004" pitchFamily="2" charset="-127"/>
                        </a:rPr>
                        <a:t>12:00~13:00</a:t>
                      </a:r>
                      <a:endParaRPr kumimoji="0" lang="ko-KR" altLang="en-US" sz="900" b="1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Pretendard Variable" panose="02000003000000020004" pitchFamily="2" charset="-127"/>
                      </a:endParaRPr>
                    </a:p>
                  </a:txBody>
                  <a:tcPr marL="36000" marR="72000" marT="46800" marB="61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55934" rtl="0" eaLnBrk="1" latinLnBrk="0" hangingPunct="1">
                        <a:lnSpc>
                          <a:spcPct val="100000"/>
                        </a:lnSpc>
                      </a:pPr>
                      <a:r>
                        <a:rPr kumimoji="0" lang="ko-KR" altLang="en-US" sz="900" b="1" i="0" u="none" strike="noStrike" kern="1100" cap="none" spc="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점심시간</a:t>
                      </a:r>
                    </a:p>
                  </a:txBody>
                  <a:tcPr marL="27000" marR="54000" marT="35100" marB="459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029340"/>
                  </a:ext>
                </a:extLst>
              </a:tr>
              <a:tr h="846160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Pretendard Variable" panose="02000003000000020004" pitchFamily="2" charset="-127"/>
                        </a:rPr>
                        <a:t>13:00~15:00</a:t>
                      </a:r>
                      <a:endParaRPr kumimoji="0" lang="ko-KR" altLang="en-US" sz="900" b="1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Pretendard Variable" panose="02000003000000020004" pitchFamily="2" charset="-127"/>
                      </a:endParaRPr>
                    </a:p>
                  </a:txBody>
                  <a:tcPr marL="36000" marR="72000" marT="46800" marB="61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</a:txBody>
                  <a:tcPr marL="91418" marR="91418" marT="45704" marB="45704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724418"/>
                  </a:ext>
                </a:extLst>
              </a:tr>
              <a:tr h="1022816">
                <a:tc>
                  <a:txBody>
                    <a:bodyPr/>
                    <a:lstStyle/>
                    <a:p>
                      <a:pPr marL="0" marR="0" lvl="0" indent="0" algn="ctr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Medium" panose="020B0600000000000000" pitchFamily="34" charset="-127"/>
                          <a:ea typeface="Noto Sans CJK KR Medium" panose="020B0600000000000000" pitchFamily="34" charset="-127"/>
                          <a:cs typeface="Pretendard Variable" panose="02000003000000020004" pitchFamily="2" charset="-127"/>
                        </a:rPr>
                        <a:t>15:00~17:30</a:t>
                      </a:r>
                      <a:endParaRPr kumimoji="0" lang="ko-KR" altLang="en-US" sz="900" b="1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Medium" panose="020B0600000000000000" pitchFamily="34" charset="-127"/>
                        <a:ea typeface="Noto Sans CJK KR Medium" panose="020B0600000000000000" pitchFamily="34" charset="-127"/>
                        <a:cs typeface="Pretendard Variable" panose="02000003000000020004" pitchFamily="2" charset="-127"/>
                      </a:endParaRPr>
                    </a:p>
                  </a:txBody>
                  <a:tcPr marL="36000" marR="72000" marT="46800" marB="61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</a:txBody>
                  <a:tcPr marL="91418" marR="91418" marT="45704" marB="45704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695811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88DD8A57-867D-8092-19E8-29CB5AF86770}"/>
              </a:ext>
            </a:extLst>
          </p:cNvPr>
          <p:cNvGrpSpPr/>
          <p:nvPr/>
        </p:nvGrpSpPr>
        <p:grpSpPr>
          <a:xfrm>
            <a:off x="842736" y="1950433"/>
            <a:ext cx="5072872" cy="663512"/>
            <a:chOff x="1262300" y="5339449"/>
            <a:chExt cx="4638770" cy="606733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FB4C0D7-D5B1-6A41-3EA3-FA2AEF70A62C}"/>
                </a:ext>
              </a:extLst>
            </p:cNvPr>
            <p:cNvSpPr/>
            <p:nvPr/>
          </p:nvSpPr>
          <p:spPr>
            <a:xfrm>
              <a:off x="1262300" y="5339449"/>
              <a:ext cx="844006" cy="60673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60" normalizeH="0" baseline="0" noProof="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교육 목</a:t>
              </a:r>
              <a:r>
                <a:rPr lang="ko-KR" altLang="en-US" sz="1200" spc="-6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latin typeface="+mj-ea"/>
                  <a:ea typeface="+mj-ea"/>
                </a:rPr>
                <a:t>적</a:t>
              </a:r>
              <a:endParaRPr kumimoji="0" lang="ko-KR" altLang="en-US" sz="1200" b="0" i="0" u="none" strike="noStrike" kern="1200" cap="none" spc="-60" normalizeH="0" baseline="0" noProof="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C73B1FE-451A-A461-5192-E6AD732A5AE0}"/>
                </a:ext>
              </a:extLst>
            </p:cNvPr>
            <p:cNvSpPr txBox="1"/>
            <p:nvPr/>
          </p:nvSpPr>
          <p:spPr>
            <a:xfrm>
              <a:off x="2120484" y="5431736"/>
              <a:ext cx="3780586" cy="2532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kern="1100" spc="-9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</a:rPr>
                <a:t>//</a:t>
              </a: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7A9E4DE-3B35-0C9B-A53F-0CB225CAC722}"/>
              </a:ext>
            </a:extLst>
          </p:cNvPr>
          <p:cNvSpPr/>
          <p:nvPr/>
        </p:nvSpPr>
        <p:spPr>
          <a:xfrm>
            <a:off x="842736" y="4579697"/>
            <a:ext cx="922989" cy="66351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60" normalizeH="0" baseline="0" noProof="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교육 대상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70AB900-B9CB-0885-113D-6F82624301CC}"/>
              </a:ext>
            </a:extLst>
          </p:cNvPr>
          <p:cNvSpPr/>
          <p:nvPr/>
        </p:nvSpPr>
        <p:spPr>
          <a:xfrm>
            <a:off x="674080" y="1458631"/>
            <a:ext cx="5340930" cy="302921"/>
          </a:xfrm>
          <a:prstGeom prst="roundRect">
            <a:avLst>
              <a:gd name="adj" fmla="val 50000"/>
            </a:avLst>
          </a:prstGeom>
          <a:solidFill>
            <a:srgbClr val="24243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36000" tIns="108000" rIns="36000" bIns="108000" rtlCol="0" anchor="ctr">
            <a:noAutofit/>
          </a:bodyPr>
          <a:lstStyle/>
          <a:p>
            <a:pPr algn="ctr" latinLnBrk="0"/>
            <a:r>
              <a:rPr lang="ko-KR" altLang="en-US" sz="1400" kern="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운영 개요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A3D5BDC-6FE2-9A26-6861-60490CF6EDD3}"/>
              </a:ext>
            </a:extLst>
          </p:cNvPr>
          <p:cNvSpPr/>
          <p:nvPr/>
        </p:nvSpPr>
        <p:spPr>
          <a:xfrm>
            <a:off x="6176991" y="1458630"/>
            <a:ext cx="5340930" cy="302921"/>
          </a:xfrm>
          <a:prstGeom prst="roundRect">
            <a:avLst>
              <a:gd name="adj" fmla="val 50000"/>
            </a:avLst>
          </a:prstGeom>
          <a:solidFill>
            <a:srgbClr val="24243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36000" tIns="108000" rIns="36000" bIns="108000" rtlCol="0" anchor="ctr">
            <a:noAutofit/>
          </a:bodyPr>
          <a:lstStyle/>
          <a:p>
            <a:pPr algn="ctr" latinLnBrk="0"/>
            <a:r>
              <a:rPr lang="ko-KR" altLang="en-US" sz="1400" kern="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lt"/>
                <a:ea typeface="+mj-ea"/>
              </a:rPr>
              <a:t>시간표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F5D7C1F7-5C8D-144C-24AD-CE26832E6304}"/>
              </a:ext>
            </a:extLst>
          </p:cNvPr>
          <p:cNvGrpSpPr/>
          <p:nvPr/>
        </p:nvGrpSpPr>
        <p:grpSpPr>
          <a:xfrm>
            <a:off x="842736" y="2760592"/>
            <a:ext cx="5172274" cy="663512"/>
            <a:chOff x="1262300" y="5339449"/>
            <a:chExt cx="4729666" cy="606733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DFAC4F5C-B198-AE01-ABB5-485E70C6BA4F}"/>
                </a:ext>
              </a:extLst>
            </p:cNvPr>
            <p:cNvSpPr/>
            <p:nvPr/>
          </p:nvSpPr>
          <p:spPr>
            <a:xfrm>
              <a:off x="1262300" y="5339449"/>
              <a:ext cx="844006" cy="60673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60" normalizeH="0" baseline="0" noProof="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교육 일정 및 장소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4AB585B-3B50-EE56-4007-B0FABC67BAE1}"/>
                </a:ext>
              </a:extLst>
            </p:cNvPr>
            <p:cNvSpPr txBox="1"/>
            <p:nvPr/>
          </p:nvSpPr>
          <p:spPr>
            <a:xfrm>
              <a:off x="2120484" y="5373094"/>
              <a:ext cx="3871482" cy="493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8900" indent="-88900" latinLnBrk="0">
                <a:lnSpc>
                  <a:spcPts val="17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ko-KR" altLang="en-US" sz="1200" kern="1100" spc="-9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cs typeface="Pretendard Variable Medium" panose="02000003000000020004" pitchFamily="2" charset="-127"/>
                </a:rPr>
                <a:t>일정 </a:t>
              </a:r>
              <a:r>
                <a:rPr lang="en-US" altLang="ko-KR" sz="1200" kern="1100" spc="-9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cs typeface="Pretendard Variable Medium" panose="02000003000000020004" pitchFamily="2" charset="-127"/>
                </a:rPr>
                <a:t>: 2026.00.00(</a:t>
              </a:r>
              <a:r>
                <a:rPr lang="ko-KR" altLang="en-US" sz="1200" kern="1100" spc="-9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cs typeface="Pretendard Variable Medium" panose="02000003000000020004" pitchFamily="2" charset="-127"/>
                </a:rPr>
                <a:t>목</a:t>
              </a:r>
              <a:r>
                <a:rPr lang="en-US" altLang="ko-KR" sz="1200" kern="1100" spc="-9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cs typeface="Pretendard Variable Medium" panose="02000003000000020004" pitchFamily="2" charset="-127"/>
                </a:rPr>
                <a:t>) </a:t>
              </a:r>
            </a:p>
            <a:p>
              <a:pPr marL="88900" indent="-88900" latinLnBrk="0">
                <a:lnSpc>
                  <a:spcPts val="17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ko-KR" altLang="en-US" sz="1200" kern="1100" spc="-9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cs typeface="Pretendard Variable Medium" panose="02000003000000020004" pitchFamily="2" charset="-127"/>
                </a:rPr>
                <a:t>장소</a:t>
              </a:r>
              <a:r>
                <a:rPr lang="en-US" altLang="ko-KR" sz="1200" kern="1100" spc="-9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cs typeface="Pretendard Variable Medium" panose="02000003000000020004" pitchFamily="2" charset="-127"/>
                </a:rPr>
                <a:t> : //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7286B94-D659-2E2C-159B-5FC3CD3EDB0A}"/>
              </a:ext>
            </a:extLst>
          </p:cNvPr>
          <p:cNvGrpSpPr/>
          <p:nvPr/>
        </p:nvGrpSpPr>
        <p:grpSpPr>
          <a:xfrm>
            <a:off x="842736" y="3570745"/>
            <a:ext cx="4946119" cy="866115"/>
            <a:chOff x="1262300" y="2449689"/>
            <a:chExt cx="4522864" cy="792000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E00B7212-73BD-CC44-F41C-65FB64CADBE2}"/>
                </a:ext>
              </a:extLst>
            </p:cNvPr>
            <p:cNvSpPr/>
            <p:nvPr/>
          </p:nvSpPr>
          <p:spPr>
            <a:xfrm>
              <a:off x="1262300" y="2449689"/>
              <a:ext cx="844006" cy="792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60" normalizeH="0" baseline="0" noProof="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주요 내용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B4EF77D-C1FA-C620-255F-0B72283E76DC}"/>
                </a:ext>
              </a:extLst>
            </p:cNvPr>
            <p:cNvSpPr txBox="1"/>
            <p:nvPr/>
          </p:nvSpPr>
          <p:spPr>
            <a:xfrm>
              <a:off x="2120484" y="2471186"/>
              <a:ext cx="3664680" cy="2532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8900" indent="-88900" latinLnBrk="0"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altLang="ko-KR" sz="1200" kern="1100" spc="-9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+mn-ea"/>
                  <a:cs typeface="Pretendard Variable Medium" panose="02000003000000020004" pitchFamily="2" charset="-127"/>
                </a:rPr>
                <a:t>//</a:t>
              </a:r>
            </a:p>
          </p:txBody>
        </p:sp>
      </p:grpSp>
      <p:graphicFrame>
        <p:nvGraphicFramePr>
          <p:cNvPr id="31" name="표 44">
            <a:extLst>
              <a:ext uri="{FF2B5EF4-FFF2-40B4-BE49-F238E27FC236}">
                <a16:creationId xmlns:a16="http://schemas.microsoft.com/office/drawing/2014/main" id="{4C4879CD-44F2-95DA-E8C4-3D392922D4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226053"/>
              </p:ext>
            </p:extLst>
          </p:nvPr>
        </p:nvGraphicFramePr>
        <p:xfrm>
          <a:off x="1889671" y="4599268"/>
          <a:ext cx="3899185" cy="1600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42470">
                  <a:extLst>
                    <a:ext uri="{9D8B030D-6E8A-4147-A177-3AD203B41FA5}">
                      <a16:colId xmlns:a16="http://schemas.microsoft.com/office/drawing/2014/main" val="731138400"/>
                    </a:ext>
                  </a:extLst>
                </a:gridCol>
                <a:gridCol w="756715">
                  <a:extLst>
                    <a:ext uri="{9D8B030D-6E8A-4147-A177-3AD203B41FA5}">
                      <a16:colId xmlns:a16="http://schemas.microsoft.com/office/drawing/2014/main" val="16778564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900" b="1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n-cs"/>
                        </a:rPr>
                        <a:t>Entity</a:t>
                      </a:r>
                      <a:endParaRPr lang="ko-KR" altLang="en-US" sz="900" b="1" kern="1200" spc="-6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36000" marR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b="1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n-cs"/>
                        </a:rPr>
                        <a:t>인원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30754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latinLnBrk="0"/>
                      <a:r>
                        <a:rPr kumimoji="0" lang="en-US" altLang="ko-KR" sz="900" b="0" i="0" u="none" strike="noStrike" kern="11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lt"/>
                          <a:ea typeface="Noto Sans CJK KR Medium" panose="020B0600000000000000" pitchFamily="34" charset="-127"/>
                          <a:cs typeface="Pretendard Variable Medium" panose="02000003000000020004" pitchFamily="2" charset="-127"/>
                        </a:rPr>
                        <a:t>Lam Research Manufacturing Korea</a:t>
                      </a:r>
                      <a:endParaRPr kumimoji="0" lang="ko-KR" altLang="en-US" sz="900" b="0" i="0" u="none" strike="noStrike" kern="1100" cap="none" spc="-50" normalizeH="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j-lt"/>
                        <a:ea typeface="Noto Sans CJK KR Medium" panose="020B0600000000000000" pitchFamily="34" charset="-127"/>
                        <a:cs typeface="Pretendard Variable Medium" panose="02000003000000020004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4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Georgia"/>
                          <a:ea typeface="Noto Sans CJK KR Medium" panose="020B0600000000000000" pitchFamily="34" charset="-127"/>
                          <a:cs typeface="Pretendard Variable Medium" panose="02000003000000020004" pitchFamily="2" charset="-127"/>
                        </a:rPr>
                        <a:t>0</a:t>
                      </a:r>
                      <a:r>
                        <a:rPr kumimoji="0" lang="ko-KR" altLang="en-US" sz="900" b="1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Georgia"/>
                          <a:ea typeface="Noto Sans CJK KR Medium" panose="020B0600000000000000" pitchFamily="34" charset="-127"/>
                          <a:cs typeface="Pretendard Variable Medium" panose="02000003000000020004" pitchFamily="2" charset="-127"/>
                        </a:rPr>
                        <a:t>명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34514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1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lt"/>
                          <a:ea typeface="Noto Sans CJK KR Medium" panose="020B0600000000000000" pitchFamily="34" charset="-127"/>
                          <a:cs typeface="Pretendard Variable Medium" panose="02000003000000020004" pitchFamily="2" charset="-127"/>
                        </a:rPr>
                        <a:t>Lam Research Korea LLC YH</a:t>
                      </a:r>
                      <a:endParaRPr kumimoji="0" lang="ko-KR" altLang="en-US" sz="900" b="0" i="0" u="none" strike="noStrike" kern="11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j-lt"/>
                        <a:ea typeface="Noto Sans CJK KR Medium" panose="020B0600000000000000" pitchFamily="34" charset="-127"/>
                        <a:cs typeface="Pretendard Variable Medium" panose="02000003000000020004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4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Georgia"/>
                          <a:ea typeface="Noto Sans CJK KR Medium" panose="020B0600000000000000" pitchFamily="34" charset="-127"/>
                          <a:cs typeface="Pretendard Variable Medium" panose="02000003000000020004" pitchFamily="2" charset="-127"/>
                        </a:rPr>
                        <a:t>0</a:t>
                      </a:r>
                      <a:r>
                        <a:rPr kumimoji="0" lang="ko-KR" altLang="en-US" sz="900" b="1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Georgia"/>
                          <a:ea typeface="Noto Sans CJK KR Medium" panose="020B0600000000000000" pitchFamily="34" charset="-127"/>
                          <a:cs typeface="Pretendard Variable Medium" panose="02000003000000020004" pitchFamily="2" charset="-127"/>
                        </a:rPr>
                        <a:t>명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43243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1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Noto Sans CJK KR Medium" panose="020B0600000000000000" pitchFamily="34" charset="-127"/>
                          <a:cs typeface="Pretendard Variable Medium" panose="02000003000000020004" pitchFamily="2" charset="-127"/>
                        </a:rPr>
                        <a:t>Lam Research Korea Ltd</a:t>
                      </a:r>
                      <a:endParaRPr kumimoji="0" lang="ko-KR" altLang="en-US" sz="900" b="0" i="0" u="none" strike="noStrike" kern="11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Noto Sans CJK KR Medium" panose="020B0600000000000000" pitchFamily="34" charset="-127"/>
                        <a:cs typeface="Pretendard Variable Medium" panose="02000003000000020004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4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Georgia"/>
                          <a:ea typeface="Noto Sans CJK KR Medium" panose="020B0600000000000000" pitchFamily="34" charset="-127"/>
                          <a:cs typeface="Pretendard Variable Medium" panose="02000003000000020004" pitchFamily="2" charset="-127"/>
                        </a:rPr>
                        <a:t>0</a:t>
                      </a:r>
                      <a:r>
                        <a:rPr kumimoji="0" lang="ko-KR" altLang="en-US" sz="900" b="1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Georgia"/>
                          <a:ea typeface="Noto Sans CJK KR Medium" panose="020B0600000000000000" pitchFamily="34" charset="-127"/>
                          <a:cs typeface="Pretendard Variable Medium" panose="02000003000000020004" pitchFamily="2" charset="-127"/>
                        </a:rPr>
                        <a:t>명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65179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100" cap="none" spc="-5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j-lt"/>
                          <a:ea typeface="Noto Sans CJK KR Medium" panose="020B0600000000000000" pitchFamily="34" charset="-127"/>
                          <a:cs typeface="Pretendard Variable Medium" panose="02000003000000020004" pitchFamily="2" charset="-127"/>
                        </a:rPr>
                        <a:t>Lam Research Korea Tech</a:t>
                      </a:r>
                      <a:endParaRPr kumimoji="0" lang="ko-KR" altLang="en-US" sz="900" b="0" i="0" u="none" strike="noStrike" kern="11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j-lt"/>
                        <a:ea typeface="Noto Sans CJK KR Medium" panose="020B0600000000000000" pitchFamily="34" charset="-127"/>
                        <a:cs typeface="Pretendard Variable Medium" panose="02000003000000020004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2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Noto Sans CJK KR Medium" panose="020B0600000000000000" pitchFamily="34" charset="-127"/>
                          <a:cs typeface="Pretendard Variable Medium" panose="02000003000000020004" pitchFamily="2" charset="-127"/>
                        </a:rPr>
                        <a:t>0</a:t>
                      </a:r>
                      <a:r>
                        <a:rPr kumimoji="0" lang="ko-KR" altLang="en-US" sz="900" b="1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lt"/>
                          <a:ea typeface="Noto Sans CJK KR Medium" panose="020B0600000000000000" pitchFamily="34" charset="-127"/>
                          <a:cs typeface="Pretendard Variable Medium" panose="02000003000000020004" pitchFamily="2" charset="-127"/>
                        </a:rPr>
                        <a:t>명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660880"/>
                  </a:ext>
                </a:extLst>
              </a:tr>
              <a:tr h="266700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ko-KR" altLang="en-US" sz="900" b="1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n-cs"/>
                        </a:rPr>
                        <a:t>총 </a:t>
                      </a:r>
                      <a:r>
                        <a:rPr lang="en-US" altLang="ko-KR" sz="900" b="1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n-cs"/>
                        </a:rPr>
                        <a:t>00</a:t>
                      </a:r>
                      <a:r>
                        <a:rPr lang="ko-KR" altLang="en-US" sz="900" b="1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n-cs"/>
                        </a:rPr>
                        <a:t>명 </a:t>
                      </a:r>
                      <a:r>
                        <a:rPr lang="en-US" altLang="ko-KR" sz="900" b="1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n-cs"/>
                        </a:rPr>
                        <a:t>(</a:t>
                      </a:r>
                      <a:r>
                        <a:rPr lang="ko-KR" altLang="en-US" sz="900" b="1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n-cs"/>
                        </a:rPr>
                        <a:t>참석 </a:t>
                      </a:r>
                      <a:r>
                        <a:rPr lang="en-US" altLang="ko-KR" sz="900" b="1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n-cs"/>
                        </a:rPr>
                        <a:t>00</a:t>
                      </a:r>
                      <a:r>
                        <a:rPr lang="ko-KR" altLang="en-US" sz="900" b="1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n-cs"/>
                        </a:rPr>
                        <a:t>명</a:t>
                      </a:r>
                      <a:r>
                        <a:rPr lang="en-US" altLang="ko-KR" sz="900" b="1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n-cs"/>
                        </a:rPr>
                        <a:t>, </a:t>
                      </a:r>
                      <a:r>
                        <a:rPr lang="ko-KR" altLang="en-US" sz="900" b="1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n-cs"/>
                        </a:rPr>
                        <a:t>불참 </a:t>
                      </a:r>
                      <a:r>
                        <a:rPr lang="en-US" altLang="ko-KR" sz="900" b="1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n-cs"/>
                        </a:rPr>
                        <a:t>00</a:t>
                      </a:r>
                      <a:r>
                        <a:rPr lang="ko-KR" altLang="en-US" sz="900" b="1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n-cs"/>
                        </a:rPr>
                        <a:t>명</a:t>
                      </a:r>
                      <a:r>
                        <a:rPr lang="en-US" altLang="ko-KR" sz="900" b="1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+mn-cs"/>
                        </a:rPr>
                        <a:t>)</a:t>
                      </a:r>
                      <a:endParaRPr lang="ko-KR" altLang="en-US" sz="900" b="1" kern="1200" spc="-6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+mj-lt"/>
                        <a:ea typeface="+mj-ea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48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1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j-lt"/>
                        <a:ea typeface="Noto Sans CJK KR Medium" panose="020B0600000000000000" pitchFamily="34" charset="-127"/>
                        <a:cs typeface="Pretendard Variable Medium" panose="02000003000000020004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441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32078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04B539-36E5-5C9F-E310-B0250BAB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2. </a:t>
            </a:r>
            <a:r>
              <a:rPr lang="ko-KR" altLang="en-US" sz="2800" dirty="0"/>
              <a:t>만족도 결과 요약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6F23C5-DBED-43BD-C977-D2438418845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6921" y="939749"/>
            <a:ext cx="11184308" cy="635553"/>
          </a:xfrm>
        </p:spPr>
        <p:txBody>
          <a:bodyPr/>
          <a:lstStyle/>
          <a:p>
            <a:r>
              <a:rPr lang="ko-KR" altLang="en-US" sz="1200" spc="-40" dirty="0"/>
              <a:t>정량 평가 결과 과정 만족도는 </a:t>
            </a:r>
            <a:r>
              <a:rPr lang="en-US" altLang="ko-KR" sz="1200" spc="-40" dirty="0"/>
              <a:t>total_avg_01</a:t>
            </a:r>
            <a:r>
              <a:rPr lang="ko-KR" altLang="en-US" sz="1200" spc="-40" dirty="0"/>
              <a:t>점</a:t>
            </a:r>
            <a:r>
              <a:rPr lang="en-US" altLang="ko-KR" sz="1200" spc="-40" dirty="0"/>
              <a:t>, </a:t>
            </a:r>
            <a:r>
              <a:rPr lang="ko-KR" altLang="en-US" sz="1200" spc="-40" dirty="0"/>
              <a:t>강사 만족도는 </a:t>
            </a:r>
            <a:r>
              <a:rPr lang="en-US" altLang="ko-KR" sz="1200" spc="-40" dirty="0"/>
              <a:t>total_avg_02</a:t>
            </a:r>
            <a:r>
              <a:rPr lang="ko-KR" altLang="en-US" sz="1200" spc="-40" dirty="0"/>
              <a:t>점</a:t>
            </a:r>
            <a:r>
              <a:rPr lang="en-US" altLang="ko-KR" sz="1200" spc="-40" dirty="0"/>
              <a:t>, </a:t>
            </a:r>
            <a:r>
              <a:rPr lang="ko-KR" altLang="en-US" sz="1200" spc="-40" dirty="0"/>
              <a:t>운영 만족도는 </a:t>
            </a:r>
            <a:r>
              <a:rPr lang="en-US" altLang="ko-KR" sz="1200" spc="-40" dirty="0"/>
              <a:t>total_avg_03</a:t>
            </a:r>
            <a:r>
              <a:rPr lang="ko-KR" altLang="en-US" sz="1200" spc="-40" dirty="0"/>
              <a:t>점으로</a:t>
            </a:r>
            <a:r>
              <a:rPr lang="en-US" altLang="ko-KR" sz="1200" spc="-40" dirty="0"/>
              <a:t>,</a:t>
            </a:r>
            <a:r>
              <a:rPr lang="ko-KR" altLang="en-US" sz="1200" spc="-40" dirty="0"/>
              <a:t> 전체 평균 </a:t>
            </a:r>
            <a:r>
              <a:rPr lang="en-US" altLang="ko-KR" sz="1200" spc="-40" dirty="0"/>
              <a:t>total_avg_00</a:t>
            </a:r>
            <a:r>
              <a:rPr lang="ko-KR" altLang="en-US" sz="1200" spc="-40" dirty="0"/>
              <a:t>점을 기록함</a:t>
            </a:r>
            <a:r>
              <a:rPr lang="en-US" altLang="ko-KR" sz="1200" spc="-40" dirty="0"/>
              <a:t>.</a:t>
            </a:r>
            <a:r>
              <a:rPr lang="ko-KR" altLang="en-US" sz="1200" spc="-40" dirty="0"/>
              <a:t> 정성평가에서는 </a:t>
            </a:r>
            <a:r>
              <a:rPr lang="en-US" altLang="ko-KR" sz="1200" spc="-40" dirty="0"/>
              <a:t>///</a:t>
            </a:r>
            <a:r>
              <a:rPr lang="ko-KR" altLang="en-US" sz="1200" spc="-40" dirty="0"/>
              <a:t> 긍정적 평가가 두드러졌으며</a:t>
            </a:r>
            <a:r>
              <a:rPr lang="en-US" altLang="ko-KR" sz="1200" spc="-40" dirty="0"/>
              <a:t>, ///</a:t>
            </a:r>
            <a:r>
              <a:rPr lang="ko-KR" altLang="en-US" sz="1200" spc="-40" dirty="0"/>
              <a:t>에 대한 긍정적 평가가 드러남</a:t>
            </a:r>
            <a:r>
              <a:rPr lang="en-US" altLang="ko-KR" sz="1200" spc="-40" dirty="0"/>
              <a:t>. </a:t>
            </a:r>
            <a:r>
              <a:rPr lang="ko-KR" altLang="en-US" sz="1200" spc="-40" dirty="0"/>
              <a:t>다만 </a:t>
            </a:r>
            <a:r>
              <a:rPr lang="en-US" altLang="ko-KR" sz="1200" spc="-40" dirty="0"/>
              <a:t>///</a:t>
            </a:r>
            <a:r>
              <a:rPr lang="ko-KR" altLang="en-US" sz="1200" spc="-40" dirty="0"/>
              <a:t>에 대한 불만족 의견도 소수 발견됨</a:t>
            </a:r>
            <a:r>
              <a:rPr lang="en-US" altLang="ko-KR" sz="1200" spc="-40" dirty="0"/>
              <a:t>. </a:t>
            </a:r>
            <a:endParaRPr lang="ko-KR" altLang="en-US" sz="1200" spc="-40" dirty="0"/>
          </a:p>
        </p:txBody>
      </p:sp>
      <p:graphicFrame>
        <p:nvGraphicFramePr>
          <p:cNvPr id="5" name="차트 0">
            <a:extLst>
              <a:ext uri="{FF2B5EF4-FFF2-40B4-BE49-F238E27FC236}">
                <a16:creationId xmlns:a16="http://schemas.microsoft.com/office/drawing/2014/main" id="{59EDE097-A2EC-D3D7-F618-7F73450FD4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4330385"/>
              </p:ext>
            </p:extLst>
          </p:nvPr>
        </p:nvGraphicFramePr>
        <p:xfrm>
          <a:off x="556921" y="2061422"/>
          <a:ext cx="10980083" cy="2108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4B3E8D6-44B2-F249-A940-8F32C478C502}"/>
              </a:ext>
            </a:extLst>
          </p:cNvPr>
          <p:cNvSpPr/>
          <p:nvPr/>
        </p:nvSpPr>
        <p:spPr>
          <a:xfrm>
            <a:off x="562529" y="1723225"/>
            <a:ext cx="11066942" cy="2769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36000" tIns="108000" rIns="36000" bIns="10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kern="0" spc="-8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정량 평가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6364B52-1B6D-1229-01AF-E2BBE069087E}"/>
              </a:ext>
            </a:extLst>
          </p:cNvPr>
          <p:cNvSpPr/>
          <p:nvPr/>
        </p:nvSpPr>
        <p:spPr>
          <a:xfrm>
            <a:off x="556921" y="4122464"/>
            <a:ext cx="11066942" cy="276999"/>
          </a:xfrm>
          <a:prstGeom prst="roundRect">
            <a:avLst>
              <a:gd name="adj" fmla="val 50000"/>
            </a:avLst>
          </a:prstGeom>
          <a:solidFill>
            <a:srgbClr val="24243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36000" tIns="108000" rIns="36000" bIns="10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kern="0" spc="-8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정성 평가</a:t>
            </a:r>
            <a:endParaRPr lang="ko-KR" altLang="en-US" sz="1400" kern="0" spc="-80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BF5C679-EFFA-06BA-5524-A2B582E023D0}"/>
              </a:ext>
            </a:extLst>
          </p:cNvPr>
          <p:cNvGrpSpPr/>
          <p:nvPr/>
        </p:nvGrpSpPr>
        <p:grpSpPr>
          <a:xfrm>
            <a:off x="674051" y="4466867"/>
            <a:ext cx="10843897" cy="1374852"/>
            <a:chOff x="674051" y="4789955"/>
            <a:chExt cx="10843897" cy="1374852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7453ACE1-8451-B966-2F56-4D91F3B0B165}"/>
                </a:ext>
              </a:extLst>
            </p:cNvPr>
            <p:cNvGrpSpPr/>
            <p:nvPr/>
          </p:nvGrpSpPr>
          <p:grpSpPr>
            <a:xfrm>
              <a:off x="674051" y="4789955"/>
              <a:ext cx="3572034" cy="1374852"/>
              <a:chOff x="674051" y="4789955"/>
              <a:chExt cx="3572034" cy="1374852"/>
            </a:xfrm>
          </p:grpSpPr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DDEDB3A-64FC-C689-AD57-18B418F1C329}"/>
                  </a:ext>
                </a:extLst>
              </p:cNvPr>
              <p:cNvSpPr/>
              <p:nvPr/>
            </p:nvSpPr>
            <p:spPr>
              <a:xfrm>
                <a:off x="691746" y="4789955"/>
                <a:ext cx="3554339" cy="21188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200" spc="-60" dirty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rPr>
                  <a:t>유용했던 점</a:t>
                </a:r>
                <a:endParaRPr kumimoji="0" lang="ko-KR" altLang="en-US" sz="1200" b="0" i="0" u="none" strike="noStrike" kern="1200" cap="none" spc="-60" normalizeH="0" baseline="0" noProof="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0B8D82B-A658-77B2-BC2A-91BD8ED36B1F}"/>
                  </a:ext>
                </a:extLst>
              </p:cNvPr>
              <p:cNvSpPr txBox="1"/>
              <p:nvPr/>
            </p:nvSpPr>
            <p:spPr>
              <a:xfrm>
                <a:off x="674051" y="5023982"/>
                <a:ext cx="3572034" cy="1140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" indent="-88900">
                  <a:spcBef>
                    <a:spcPts val="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[</a:t>
                </a:r>
                <a:r>
                  <a:rPr lang="ko-KR" altLang="en-US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내용</a:t>
                </a: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] </a:t>
                </a:r>
                <a:r>
                  <a:rPr lang="ko-KR" altLang="en-US" sz="1000" kern="1100" spc="-90" dirty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ㅁㅁㅁ</a:t>
                </a: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(0)</a:t>
                </a:r>
              </a:p>
              <a:p>
                <a:pPr marL="171450" lvl="0" indent="-171450">
                  <a:lnSpc>
                    <a:spcPct val="110000"/>
                  </a:lnSpc>
                  <a:spcBef>
                    <a:spcPts val="200"/>
                  </a:spcBef>
                  <a:buFont typeface="Noto Sans CJK KR Bold" panose="020B0800000000000000" pitchFamily="34" charset="-127"/>
                  <a:buChar char="‐"/>
                  <a:defRPr/>
                </a:pPr>
                <a:r>
                  <a:rPr lang="en-US" altLang="ko-KR" sz="9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DemiLight" panose="020B0400000000000000" pitchFamily="34" charset="-127"/>
                    <a:ea typeface="Noto Sans CJK KR DemiLight" panose="020B0400000000000000" pitchFamily="34" charset="-127"/>
                  </a:rPr>
                  <a:t>///</a:t>
                </a:r>
                <a:endParaRPr lang="ko-KR" altLang="en-US" sz="900" kern="1100" spc="-9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Noto Sans CJK KR DemiLight" panose="020B0400000000000000" pitchFamily="34" charset="-127"/>
                  <a:ea typeface="Noto Sans CJK KR DemiLight" panose="020B0400000000000000" pitchFamily="34" charset="-127"/>
                </a:endParaRPr>
              </a:p>
              <a:p>
                <a:pPr marL="171450" lvl="0" indent="-171450">
                  <a:lnSpc>
                    <a:spcPct val="110000"/>
                  </a:lnSpc>
                  <a:spcBef>
                    <a:spcPts val="200"/>
                  </a:spcBef>
                  <a:buFont typeface="Noto Sans CJK KR Bold" panose="020B0800000000000000" pitchFamily="34" charset="-127"/>
                  <a:buChar char="‐"/>
                  <a:defRPr/>
                </a:pPr>
                <a:r>
                  <a:rPr lang="en-US" altLang="ko-KR" sz="9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DemiLight" panose="020B0400000000000000" pitchFamily="34" charset="-127"/>
                    <a:ea typeface="Noto Sans CJK KR DemiLight" panose="020B0400000000000000" pitchFamily="34" charset="-127"/>
                  </a:rPr>
                  <a:t>///</a:t>
                </a:r>
                <a:endParaRPr lang="en-US" altLang="ko-KR" sz="1000" kern="1100" spc="-9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88900" indent="-88900">
                  <a:spcBef>
                    <a:spcPts val="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[</a:t>
                </a:r>
                <a:r>
                  <a:rPr lang="ko-KR" altLang="en-US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내용</a:t>
                </a: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] ///</a:t>
                </a:r>
                <a:r>
                  <a:rPr lang="ko-KR" altLang="en-US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</a:t>
                </a: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(0)</a:t>
                </a:r>
              </a:p>
              <a:p>
                <a:pPr marL="88900" indent="-88900">
                  <a:spcBef>
                    <a:spcPts val="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[</a:t>
                </a:r>
                <a:r>
                  <a:rPr lang="ko-KR" altLang="en-US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내용</a:t>
                </a: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] ///</a:t>
                </a:r>
                <a:r>
                  <a:rPr lang="ko-KR" altLang="en-US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</a:t>
                </a: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(0)</a:t>
                </a:r>
              </a:p>
              <a:p>
                <a:pPr marL="88900" indent="-88900">
                  <a:spcBef>
                    <a:spcPts val="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[</a:t>
                </a:r>
                <a:r>
                  <a:rPr lang="ko-KR" altLang="en-US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내용</a:t>
                </a: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] ///</a:t>
                </a:r>
                <a:r>
                  <a:rPr lang="ko-KR" altLang="en-US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</a:t>
                </a:r>
                <a:endParaRPr lang="en-US" altLang="ko-KR" sz="1000" kern="1100" spc="-9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08496229-6E01-4307-DE6E-03DE86F305CB}"/>
                </a:ext>
              </a:extLst>
            </p:cNvPr>
            <p:cNvGrpSpPr/>
            <p:nvPr/>
          </p:nvGrpSpPr>
          <p:grpSpPr>
            <a:xfrm>
              <a:off x="4309982" y="4789955"/>
              <a:ext cx="3572036" cy="1203588"/>
              <a:chOff x="4309982" y="4789955"/>
              <a:chExt cx="3572036" cy="1203588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D4AE8639-3219-7F16-C8C8-E10C142EAAE8}"/>
                  </a:ext>
                </a:extLst>
              </p:cNvPr>
              <p:cNvSpPr/>
              <p:nvPr/>
            </p:nvSpPr>
            <p:spPr>
              <a:xfrm>
                <a:off x="4327677" y="4789955"/>
                <a:ext cx="3554341" cy="21188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200" spc="-60" dirty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rPr>
                  <a:t>아쉬웠던 점 </a:t>
                </a:r>
                <a:endParaRPr kumimoji="0" lang="ko-KR" altLang="en-US" sz="1200" b="0" i="0" u="none" strike="noStrike" kern="1200" cap="none" spc="-60" normalizeH="0" baseline="0" noProof="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97544C0-7C4E-6506-9C90-57FA76904408}"/>
                  </a:ext>
                </a:extLst>
              </p:cNvPr>
              <p:cNvSpPr txBox="1"/>
              <p:nvPr/>
            </p:nvSpPr>
            <p:spPr>
              <a:xfrm>
                <a:off x="4309982" y="5023982"/>
                <a:ext cx="3572036" cy="969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" indent="-88900">
                  <a:spcBef>
                    <a:spcPts val="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[</a:t>
                </a:r>
                <a:r>
                  <a:rPr lang="ko-KR" altLang="en-US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내용</a:t>
                </a: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] </a:t>
                </a:r>
                <a:r>
                  <a:rPr lang="ko-KR" altLang="en-US" sz="1000" kern="1100" spc="-90" dirty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ㅁㅁㅁ</a:t>
                </a: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(0)</a:t>
                </a:r>
              </a:p>
              <a:p>
                <a:pPr marL="171450" lvl="0" indent="-171450">
                  <a:lnSpc>
                    <a:spcPct val="110000"/>
                  </a:lnSpc>
                  <a:spcBef>
                    <a:spcPts val="200"/>
                  </a:spcBef>
                  <a:buFont typeface="Noto Sans CJK KR Bold" panose="020B0800000000000000" pitchFamily="34" charset="-127"/>
                  <a:buChar char="‐"/>
                  <a:defRPr/>
                </a:pPr>
                <a:r>
                  <a:rPr lang="en-US" altLang="ko-KR" sz="9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DemiLight" panose="020B0400000000000000" pitchFamily="34" charset="-127"/>
                    <a:ea typeface="Noto Sans CJK KR DemiLight" panose="020B0400000000000000" pitchFamily="34" charset="-127"/>
                  </a:rPr>
                  <a:t>///</a:t>
                </a:r>
                <a:endParaRPr lang="ko-KR" altLang="en-US" sz="900" kern="1100" spc="-9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Noto Sans CJK KR DemiLight" panose="020B0400000000000000" pitchFamily="34" charset="-127"/>
                  <a:ea typeface="Noto Sans CJK KR DemiLight" panose="020B0400000000000000" pitchFamily="34" charset="-127"/>
                </a:endParaRPr>
              </a:p>
              <a:p>
                <a:pPr marL="171450" lvl="0" indent="-171450">
                  <a:lnSpc>
                    <a:spcPct val="110000"/>
                  </a:lnSpc>
                  <a:spcBef>
                    <a:spcPts val="200"/>
                  </a:spcBef>
                  <a:buFont typeface="Noto Sans CJK KR Bold" panose="020B0800000000000000" pitchFamily="34" charset="-127"/>
                  <a:buChar char="‐"/>
                  <a:defRPr/>
                </a:pPr>
                <a:r>
                  <a:rPr lang="en-US" altLang="ko-KR" sz="9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DemiLight" panose="020B0400000000000000" pitchFamily="34" charset="-127"/>
                    <a:ea typeface="Noto Sans CJK KR DemiLight" panose="020B0400000000000000" pitchFamily="34" charset="-127"/>
                  </a:rPr>
                  <a:t>///</a:t>
                </a:r>
                <a:endParaRPr lang="en-US" altLang="ko-KR" sz="1000" kern="1100" spc="-9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88900" indent="-88900">
                  <a:spcBef>
                    <a:spcPts val="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[</a:t>
                </a:r>
                <a:r>
                  <a:rPr lang="ko-KR" altLang="en-US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내용</a:t>
                </a: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] ///</a:t>
                </a:r>
                <a:r>
                  <a:rPr lang="ko-KR" altLang="en-US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 </a:t>
                </a: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(0)</a:t>
                </a:r>
              </a:p>
              <a:p>
                <a:pPr marL="88900" indent="-88900">
                  <a:lnSpc>
                    <a:spcPct val="105000"/>
                  </a:lnSpc>
                  <a:spcBef>
                    <a:spcPts val="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[</a:t>
                </a:r>
                <a:r>
                  <a:rPr lang="ko-KR" altLang="en-US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운영</a:t>
                </a: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] ///</a:t>
                </a:r>
                <a:endParaRPr lang="ko-KR" altLang="en-US" sz="900" kern="1100" spc="-9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Noto Sans CJK KR DemiLight" panose="020B0400000000000000" pitchFamily="34" charset="-127"/>
                  <a:ea typeface="Noto Sans CJK KR DemiLight" panose="020B0400000000000000" pitchFamily="34" charset="-127"/>
                </a:endParaRP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F137B8A3-A0D1-4C1F-6904-21E22506D195}"/>
                </a:ext>
              </a:extLst>
            </p:cNvPr>
            <p:cNvGrpSpPr/>
            <p:nvPr/>
          </p:nvGrpSpPr>
          <p:grpSpPr>
            <a:xfrm>
              <a:off x="7945912" y="4789955"/>
              <a:ext cx="3572036" cy="1022128"/>
              <a:chOff x="7945912" y="4789955"/>
              <a:chExt cx="3572036" cy="1022128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62FC20CD-5A7F-D0CF-1309-11891D7F4C47}"/>
                  </a:ext>
                </a:extLst>
              </p:cNvPr>
              <p:cNvSpPr/>
              <p:nvPr/>
            </p:nvSpPr>
            <p:spPr>
              <a:xfrm>
                <a:off x="7963607" y="4789955"/>
                <a:ext cx="3554341" cy="21188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200" spc="-60" dirty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+mj-ea"/>
                    <a:ea typeface="+mj-ea"/>
                  </a:rPr>
                  <a:t>추가 의견</a:t>
                </a:r>
                <a:endParaRPr kumimoji="0" lang="ko-KR" altLang="en-US" sz="1200" b="0" i="0" u="none" strike="noStrike" kern="1200" cap="none" spc="-60" normalizeH="0" baseline="0" noProof="0" dirty="0">
                  <a:ln>
                    <a:solidFill>
                      <a:srgbClr val="4DB848">
                        <a:alpha val="0"/>
                      </a:srgb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4D219CC-D1EB-0B73-C4E4-CBA06ABF4C30}"/>
                  </a:ext>
                </a:extLst>
              </p:cNvPr>
              <p:cNvSpPr txBox="1"/>
              <p:nvPr/>
            </p:nvSpPr>
            <p:spPr>
              <a:xfrm>
                <a:off x="7945912" y="5023982"/>
                <a:ext cx="3258919" cy="788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8900" indent="-88900">
                  <a:spcBef>
                    <a:spcPts val="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[</a:t>
                </a:r>
                <a:r>
                  <a:rPr lang="ko-KR" altLang="en-US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내용</a:t>
                </a: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] </a:t>
                </a:r>
                <a:r>
                  <a:rPr lang="ko-KR" altLang="en-US" sz="1000" kern="1100" spc="-90" dirty="0" err="1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ㅁㅁㅁ</a:t>
                </a: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(0)</a:t>
                </a:r>
              </a:p>
              <a:p>
                <a:pPr marL="171450" lvl="0" indent="-171450">
                  <a:lnSpc>
                    <a:spcPct val="110000"/>
                  </a:lnSpc>
                  <a:spcBef>
                    <a:spcPts val="200"/>
                  </a:spcBef>
                  <a:buFont typeface="Noto Sans CJK KR Bold" panose="020B0800000000000000" pitchFamily="34" charset="-127"/>
                  <a:buChar char="‐"/>
                  <a:defRPr/>
                </a:pPr>
                <a:r>
                  <a:rPr lang="en-US" altLang="ko-KR" sz="9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DemiLight" panose="020B0400000000000000" pitchFamily="34" charset="-127"/>
                    <a:ea typeface="Noto Sans CJK KR DemiLight" panose="020B0400000000000000" pitchFamily="34" charset="-127"/>
                  </a:rPr>
                  <a:t>///</a:t>
                </a:r>
                <a:endParaRPr lang="ko-KR" altLang="en-US" sz="900" kern="1100" spc="-9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Noto Sans CJK KR DemiLight" panose="020B0400000000000000" pitchFamily="34" charset="-127"/>
                  <a:ea typeface="Noto Sans CJK KR DemiLight" panose="020B0400000000000000" pitchFamily="34" charset="-127"/>
                </a:endParaRPr>
              </a:p>
              <a:p>
                <a:pPr marL="171450" lvl="0" indent="-171450">
                  <a:lnSpc>
                    <a:spcPct val="110000"/>
                  </a:lnSpc>
                  <a:spcBef>
                    <a:spcPts val="200"/>
                  </a:spcBef>
                  <a:buFont typeface="Noto Sans CJK KR Bold" panose="020B0800000000000000" pitchFamily="34" charset="-127"/>
                  <a:buChar char="‐"/>
                  <a:defRPr/>
                </a:pPr>
                <a:r>
                  <a:rPr lang="en-US" altLang="ko-KR" sz="9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DemiLight" panose="020B0400000000000000" pitchFamily="34" charset="-127"/>
                    <a:ea typeface="Noto Sans CJK KR DemiLight" panose="020B0400000000000000" pitchFamily="34" charset="-127"/>
                  </a:rPr>
                  <a:t>///</a:t>
                </a:r>
                <a:endParaRPr lang="en-US" altLang="ko-KR" sz="1000" kern="1100" spc="-9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Noto Sans CJK KR Medium" panose="020B0600000000000000" pitchFamily="34" charset="-127"/>
                  <a:ea typeface="Noto Sans CJK KR Medium" panose="020B0600000000000000" pitchFamily="34" charset="-127"/>
                </a:endParaRPr>
              </a:p>
              <a:p>
                <a:pPr marL="88900" marR="0" lvl="0" indent="-88900" fontAlgn="auto">
                  <a:lnSpc>
                    <a:spcPct val="110000"/>
                  </a:lnSpc>
                  <a:spcBef>
                    <a:spcPts val="2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[</a:t>
                </a:r>
                <a:r>
                  <a:rPr lang="ko-KR" altLang="en-US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내용</a:t>
                </a:r>
                <a:r>
                  <a:rPr lang="en-US" altLang="ko-KR" sz="1000" kern="1100" spc="-9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Noto Sans CJK KR Medium" panose="020B0600000000000000" pitchFamily="34" charset="-127"/>
                    <a:ea typeface="Noto Sans CJK KR Medium" panose="020B0600000000000000" pitchFamily="34" charset="-127"/>
                  </a:rPr>
                  <a:t>] ///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1217196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9E5E2-D90D-5C18-48F2-8CFC98DA4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0E021-6A1B-A250-2D4B-FC9F4CA0C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3. </a:t>
            </a:r>
            <a:r>
              <a:rPr lang="ko-KR" altLang="en-US" sz="2800" dirty="0"/>
              <a:t>문항별 세부 결과</a:t>
            </a:r>
            <a:r>
              <a:rPr lang="en-US" altLang="ko-KR" sz="2800" dirty="0"/>
              <a:t>_</a:t>
            </a:r>
            <a:r>
              <a:rPr lang="ko-KR" altLang="en-US" sz="2400" dirty="0"/>
              <a:t>① 과정 만족도</a:t>
            </a:r>
            <a:r>
              <a:rPr lang="en-US" altLang="ko-KR" sz="2400" dirty="0"/>
              <a:t>(1/2)</a:t>
            </a:r>
            <a:r>
              <a:rPr lang="ko-KR" altLang="en-US" sz="2400" dirty="0"/>
              <a:t> </a:t>
            </a:r>
            <a:endParaRPr lang="ko-KR" altLang="en-US" sz="2800" dirty="0"/>
          </a:p>
        </p:txBody>
      </p:sp>
      <p:graphicFrame>
        <p:nvGraphicFramePr>
          <p:cNvPr id="46" name="표 1">
            <a:extLst>
              <a:ext uri="{FF2B5EF4-FFF2-40B4-BE49-F238E27FC236}">
                <a16:creationId xmlns:a16="http://schemas.microsoft.com/office/drawing/2014/main" id="{11F73406-9102-8E57-0394-CF7DB1495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022536"/>
              </p:ext>
            </p:extLst>
          </p:nvPr>
        </p:nvGraphicFramePr>
        <p:xfrm>
          <a:off x="1064369" y="4352656"/>
          <a:ext cx="3083580" cy="1701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710">
                  <a:extLst>
                    <a:ext uri="{9D8B030D-6E8A-4147-A177-3AD203B41FA5}">
                      <a16:colId xmlns:a16="http://schemas.microsoft.com/office/drawing/2014/main" val="2241516738"/>
                    </a:ext>
                  </a:extLst>
                </a:gridCol>
                <a:gridCol w="1508870">
                  <a:extLst>
                    <a:ext uri="{9D8B030D-6E8A-4147-A177-3AD203B41FA5}">
                      <a16:colId xmlns:a16="http://schemas.microsoft.com/office/drawing/2014/main" val="1409458891"/>
                    </a:ext>
                  </a:extLst>
                </a:gridCol>
              </a:tblGrid>
              <a:tr h="322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점수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응답수</a:t>
                      </a:r>
                      <a:r>
                        <a:rPr lang="en-US" altLang="ko-KR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(%)</a:t>
                      </a:r>
                      <a:endParaRPr lang="ko-KR" altLang="en-US" sz="1000" kern="1200" spc="-6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59685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매우 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(4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40422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6627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(2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954631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전혀 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029398"/>
                  </a:ext>
                </a:extLst>
              </a:tr>
              <a:tr h="254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총계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329875"/>
                  </a:ext>
                </a:extLst>
              </a:tr>
            </a:tbl>
          </a:graphicData>
        </a:graphic>
      </p:graphicFrame>
      <p:sp>
        <p:nvSpPr>
          <p:cNvPr id="47" name="직사각형 46">
            <a:extLst>
              <a:ext uri="{FF2B5EF4-FFF2-40B4-BE49-F238E27FC236}">
                <a16:creationId xmlns:a16="http://schemas.microsoft.com/office/drawing/2014/main" id="{0972B6EF-963F-FD86-EDC9-AF521CBBCC19}"/>
              </a:ext>
            </a:extLst>
          </p:cNvPr>
          <p:cNvSpPr/>
          <p:nvPr/>
        </p:nvSpPr>
        <p:spPr>
          <a:xfrm>
            <a:off x="1064369" y="1791139"/>
            <a:ext cx="3083580" cy="5220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lnSpc>
                <a:spcPct val="120000"/>
              </a:lnSpc>
            </a:pP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Q1. </a:t>
            </a:r>
            <a:r>
              <a:rPr lang="ko-KR" altLang="en-US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교육 전반적으로 만족합니다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. </a:t>
            </a:r>
            <a:b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(I am satisfied with this program.)</a:t>
            </a:r>
          </a:p>
        </p:txBody>
      </p:sp>
      <p:graphicFrame>
        <p:nvGraphicFramePr>
          <p:cNvPr id="48" name="표 2">
            <a:extLst>
              <a:ext uri="{FF2B5EF4-FFF2-40B4-BE49-F238E27FC236}">
                <a16:creationId xmlns:a16="http://schemas.microsoft.com/office/drawing/2014/main" id="{BCB75B8D-99D5-742F-D72F-3DBE571586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892033"/>
              </p:ext>
            </p:extLst>
          </p:nvPr>
        </p:nvGraphicFramePr>
        <p:xfrm>
          <a:off x="4512394" y="4352656"/>
          <a:ext cx="3083580" cy="1701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710">
                  <a:extLst>
                    <a:ext uri="{9D8B030D-6E8A-4147-A177-3AD203B41FA5}">
                      <a16:colId xmlns:a16="http://schemas.microsoft.com/office/drawing/2014/main" val="2241516738"/>
                    </a:ext>
                  </a:extLst>
                </a:gridCol>
                <a:gridCol w="1508870">
                  <a:extLst>
                    <a:ext uri="{9D8B030D-6E8A-4147-A177-3AD203B41FA5}">
                      <a16:colId xmlns:a16="http://schemas.microsoft.com/office/drawing/2014/main" val="1409458891"/>
                    </a:ext>
                  </a:extLst>
                </a:gridCol>
              </a:tblGrid>
              <a:tr h="322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점수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응답수</a:t>
                      </a:r>
                      <a:r>
                        <a:rPr lang="en-US" altLang="ko-KR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(%)</a:t>
                      </a:r>
                      <a:endParaRPr lang="ko-KR" altLang="en-US" sz="1000" kern="1200" spc="-6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59685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매우 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(4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40422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6627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(2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954631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전혀 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029398"/>
                  </a:ext>
                </a:extLst>
              </a:tr>
              <a:tr h="254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총계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329875"/>
                  </a:ext>
                </a:extLst>
              </a:tr>
            </a:tbl>
          </a:graphicData>
        </a:graphic>
      </p:graphicFrame>
      <p:sp>
        <p:nvSpPr>
          <p:cNvPr id="49" name="직사각형 48">
            <a:extLst>
              <a:ext uri="{FF2B5EF4-FFF2-40B4-BE49-F238E27FC236}">
                <a16:creationId xmlns:a16="http://schemas.microsoft.com/office/drawing/2014/main" id="{ACAC8939-698B-6ACD-0867-3B44FB2E1786}"/>
              </a:ext>
            </a:extLst>
          </p:cNvPr>
          <p:cNvSpPr/>
          <p:nvPr/>
        </p:nvSpPr>
        <p:spPr>
          <a:xfrm>
            <a:off x="4512394" y="1791139"/>
            <a:ext cx="3083580" cy="5220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lnSpc>
                <a:spcPct val="120000"/>
              </a:lnSpc>
            </a:pP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Q2. </a:t>
            </a:r>
            <a:r>
              <a:rPr lang="ko-KR" altLang="en-US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교육의 목표를 달성했습니다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. </a:t>
            </a:r>
            <a:b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(The program meets the objectives.) </a:t>
            </a:r>
          </a:p>
        </p:txBody>
      </p:sp>
      <p:graphicFrame>
        <p:nvGraphicFramePr>
          <p:cNvPr id="50" name="표 3">
            <a:extLst>
              <a:ext uri="{FF2B5EF4-FFF2-40B4-BE49-F238E27FC236}">
                <a16:creationId xmlns:a16="http://schemas.microsoft.com/office/drawing/2014/main" id="{C812B970-713D-E6FE-2348-7CBB99BA96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750035"/>
              </p:ext>
            </p:extLst>
          </p:nvPr>
        </p:nvGraphicFramePr>
        <p:xfrm>
          <a:off x="7965349" y="4352656"/>
          <a:ext cx="3083580" cy="1701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710">
                  <a:extLst>
                    <a:ext uri="{9D8B030D-6E8A-4147-A177-3AD203B41FA5}">
                      <a16:colId xmlns:a16="http://schemas.microsoft.com/office/drawing/2014/main" val="2241516738"/>
                    </a:ext>
                  </a:extLst>
                </a:gridCol>
                <a:gridCol w="1508870">
                  <a:extLst>
                    <a:ext uri="{9D8B030D-6E8A-4147-A177-3AD203B41FA5}">
                      <a16:colId xmlns:a16="http://schemas.microsoft.com/office/drawing/2014/main" val="1409458891"/>
                    </a:ext>
                  </a:extLst>
                </a:gridCol>
              </a:tblGrid>
              <a:tr h="322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점수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응답수</a:t>
                      </a:r>
                      <a:r>
                        <a:rPr lang="en-US" altLang="ko-KR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(%)</a:t>
                      </a:r>
                      <a:endParaRPr lang="ko-KR" altLang="en-US" sz="1000" kern="1200" spc="-6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59685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매우 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(4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40422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6627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(2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954631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전혀 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029398"/>
                  </a:ext>
                </a:extLst>
              </a:tr>
              <a:tr h="254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총계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329875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ACD527-A62C-F981-8E03-E83B1E87FF2C}"/>
              </a:ext>
            </a:extLst>
          </p:cNvPr>
          <p:cNvSpPr/>
          <p:nvPr/>
        </p:nvSpPr>
        <p:spPr>
          <a:xfrm>
            <a:off x="7965349" y="1791139"/>
            <a:ext cx="3083580" cy="5220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lnSpc>
                <a:spcPct val="120000"/>
              </a:lnSpc>
            </a:pP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Q3. </a:t>
            </a:r>
            <a:r>
              <a:rPr lang="ko-KR" altLang="en-US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교육 내용은 업무와 관련이 있습니다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. </a:t>
            </a:r>
            <a:b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(The content was relevant to my job.)</a:t>
            </a:r>
          </a:p>
        </p:txBody>
      </p:sp>
      <p:graphicFrame>
        <p:nvGraphicFramePr>
          <p:cNvPr id="52" name="차트 1">
            <a:extLst>
              <a:ext uri="{FF2B5EF4-FFF2-40B4-BE49-F238E27FC236}">
                <a16:creationId xmlns:a16="http://schemas.microsoft.com/office/drawing/2014/main" id="{4DC0AEF9-3F32-ED70-6521-7F839DFCB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3109539"/>
              </p:ext>
            </p:extLst>
          </p:nvPr>
        </p:nvGraphicFramePr>
        <p:xfrm>
          <a:off x="1064369" y="2331443"/>
          <a:ext cx="3083580" cy="2002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3" name="차트 2">
            <a:extLst>
              <a:ext uri="{FF2B5EF4-FFF2-40B4-BE49-F238E27FC236}">
                <a16:creationId xmlns:a16="http://schemas.microsoft.com/office/drawing/2014/main" id="{C5A271E0-51BA-9AEB-F78D-916DF817FA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8321371"/>
              </p:ext>
            </p:extLst>
          </p:nvPr>
        </p:nvGraphicFramePr>
        <p:xfrm>
          <a:off x="4512394" y="2331443"/>
          <a:ext cx="3083580" cy="2002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4" name="차트 3">
            <a:extLst>
              <a:ext uri="{FF2B5EF4-FFF2-40B4-BE49-F238E27FC236}">
                <a16:creationId xmlns:a16="http://schemas.microsoft.com/office/drawing/2014/main" id="{BF98EEAF-B4C0-4276-B3CE-1D19B9334E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6882999"/>
              </p:ext>
            </p:extLst>
          </p:nvPr>
        </p:nvGraphicFramePr>
        <p:xfrm>
          <a:off x="7965349" y="2331443"/>
          <a:ext cx="3083580" cy="2002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8D9465D5-AEDB-6399-C75E-5DA9F8E6BBCD}"/>
              </a:ext>
            </a:extLst>
          </p:cNvPr>
          <p:cNvSpPr/>
          <p:nvPr/>
        </p:nvSpPr>
        <p:spPr>
          <a:xfrm>
            <a:off x="3468302" y="1575474"/>
            <a:ext cx="661541" cy="18899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108000" rIns="0" bIns="10800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평균 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sub_avg_01</a:t>
            </a:r>
            <a:endParaRPr lang="ko-KR" altLang="en-US" sz="10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A2CC0C83-8B8F-A8EC-0B00-D8A61A451D66}"/>
              </a:ext>
            </a:extLst>
          </p:cNvPr>
          <p:cNvSpPr/>
          <p:nvPr/>
        </p:nvSpPr>
        <p:spPr>
          <a:xfrm>
            <a:off x="6934433" y="1575303"/>
            <a:ext cx="661541" cy="18899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108000" rIns="0" bIns="108000" rtlCol="0" anchor="ctr">
            <a:noAutofit/>
          </a:bodyPr>
          <a:lstStyle/>
          <a:p>
            <a:pPr algn="ctr"/>
            <a:r>
              <a:rPr lang="ko-KR" altLang="en-US" sz="1000" spc="-6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평균 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sub_avg_02</a:t>
            </a:r>
            <a:endParaRPr lang="ko-KR" altLang="en-US" sz="10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D7738A1-B831-2855-70A0-5D14AC74DC3C}"/>
              </a:ext>
            </a:extLst>
          </p:cNvPr>
          <p:cNvSpPr/>
          <p:nvPr/>
        </p:nvSpPr>
        <p:spPr>
          <a:xfrm>
            <a:off x="10345347" y="1575302"/>
            <a:ext cx="661541" cy="18899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108000" rIns="0" bIns="108000" rtlCol="0" anchor="ctr">
            <a:noAutofit/>
          </a:bodyPr>
          <a:lstStyle/>
          <a:p>
            <a:pPr algn="ctr"/>
            <a:r>
              <a:rPr lang="ko-KR" altLang="en-US" sz="1000" spc="-6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평균 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sub_avg</a:t>
            </a:r>
            <a:r>
              <a:rPr lang="en-US" altLang="ko-KR" sz="1000" spc="-6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_03</a:t>
            </a:r>
            <a:endParaRPr lang="en-US" altLang="ko-KR" sz="10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721EBED1-2129-358F-1C8D-19B6777ABC5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8137" y="939800"/>
            <a:ext cx="11271250" cy="635000"/>
          </a:xfrm>
        </p:spPr>
        <p:txBody>
          <a:bodyPr/>
          <a:lstStyle/>
          <a:p>
            <a:r>
              <a:rPr lang="ko-KR" altLang="en-US" sz="1200" dirty="0"/>
              <a:t>교육에 대한 전반적인 만족도는 </a:t>
            </a:r>
            <a:r>
              <a:rPr lang="en-US" altLang="ko-KR" sz="1200"/>
              <a:t>sub_</a:t>
            </a:r>
            <a:r>
              <a:rPr lang="en-US" altLang="ko-KR" sz="1200" dirty="0"/>
              <a:t>avg_01</a:t>
            </a:r>
            <a:r>
              <a:rPr lang="ko-KR" altLang="en-US" sz="1200" dirty="0"/>
              <a:t>점으로 나타났으며</a:t>
            </a:r>
            <a:r>
              <a:rPr lang="en-US" altLang="ko-KR" sz="1200" dirty="0"/>
              <a:t>, </a:t>
            </a:r>
            <a:r>
              <a:rPr lang="ko-KR" altLang="en-US" sz="1200" dirty="0"/>
              <a:t>목표 달성</a:t>
            </a:r>
            <a:r>
              <a:rPr lang="en-US" altLang="ko-KR" sz="1200" dirty="0"/>
              <a:t>-</a:t>
            </a:r>
            <a:r>
              <a:rPr lang="ko-KR" altLang="en-US" sz="1200" dirty="0"/>
              <a:t>업무 연관성</a:t>
            </a:r>
            <a:r>
              <a:rPr lang="en-US" altLang="ko-KR" sz="1200" dirty="0"/>
              <a:t>-</a:t>
            </a:r>
            <a:r>
              <a:rPr lang="ko-KR" altLang="en-US" sz="1200" dirty="0"/>
              <a:t>현업 </a:t>
            </a:r>
            <a:r>
              <a:rPr lang="ko-KR" altLang="en-US" sz="1200" dirty="0" err="1"/>
              <a:t>적용성</a:t>
            </a:r>
            <a:r>
              <a:rPr lang="en-US" altLang="ko-KR" sz="1200" dirty="0"/>
              <a:t>-</a:t>
            </a:r>
            <a:r>
              <a:rPr lang="ko-KR" altLang="en-US" sz="1200" dirty="0"/>
              <a:t>과정 추천을 종합한 평균은 </a:t>
            </a:r>
            <a:r>
              <a:rPr lang="en-US" altLang="ko-KR" sz="1200" dirty="0"/>
              <a:t>total_avg_04</a:t>
            </a:r>
            <a:r>
              <a:rPr lang="ko-KR" altLang="en-US" sz="1200" dirty="0"/>
              <a:t>점으로 나타남</a:t>
            </a:r>
            <a:r>
              <a:rPr lang="en-US" altLang="ko-KR" sz="1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1663427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18926-F5B3-927F-EA0C-7A5405B8B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Bold"/>
                <a:cs typeface="+mj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Bold"/>
                <a:cs typeface="+mj-cs"/>
              </a:rPr>
              <a:t>문항별 세부 결과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Bold"/>
                <a:cs typeface="+mj-cs"/>
              </a:rPr>
              <a:t>_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Bold"/>
                <a:cs typeface="+mj-cs"/>
              </a:rPr>
              <a:t>① 과정 만족도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Bold"/>
                <a:cs typeface="+mj-cs"/>
              </a:rPr>
              <a:t>(2/2)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Bold"/>
                <a:cs typeface="+mj-cs"/>
              </a:rPr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18F94-B304-39E7-612C-4EA94197DB3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8137" y="939749"/>
            <a:ext cx="11271168" cy="635553"/>
          </a:xfrm>
        </p:spPr>
        <p:txBody>
          <a:bodyPr/>
          <a:lstStyle/>
          <a:p>
            <a:r>
              <a:rPr lang="ko-KR" altLang="en-US" sz="1200" dirty="0"/>
              <a:t>교육에 대한 전반적인 만족도는 </a:t>
            </a:r>
            <a:r>
              <a:rPr lang="en-US" altLang="ko-KR" sz="1200" dirty="0"/>
              <a:t>total_avg_01</a:t>
            </a:r>
            <a:r>
              <a:rPr lang="ko-KR" altLang="en-US" sz="1200" dirty="0"/>
              <a:t>점으로 나타났으며</a:t>
            </a:r>
            <a:r>
              <a:rPr lang="en-US" altLang="ko-KR" sz="1200" dirty="0"/>
              <a:t>, </a:t>
            </a:r>
            <a:r>
              <a:rPr lang="ko-KR" altLang="en-US" sz="1200" dirty="0"/>
              <a:t>목표 달성</a:t>
            </a:r>
            <a:r>
              <a:rPr lang="en-US" altLang="ko-KR" sz="1200" dirty="0"/>
              <a:t>-</a:t>
            </a:r>
            <a:r>
              <a:rPr lang="ko-KR" altLang="en-US" sz="1200" dirty="0"/>
              <a:t>업무 연관성</a:t>
            </a:r>
            <a:r>
              <a:rPr lang="en-US" altLang="ko-KR" sz="1200" dirty="0"/>
              <a:t>-</a:t>
            </a:r>
            <a:r>
              <a:rPr lang="ko-KR" altLang="en-US" sz="1200" dirty="0"/>
              <a:t>현업 </a:t>
            </a:r>
            <a:r>
              <a:rPr lang="ko-KR" altLang="en-US" sz="1200" dirty="0" err="1"/>
              <a:t>적용성</a:t>
            </a:r>
            <a:r>
              <a:rPr lang="en-US" altLang="ko-KR" sz="1200" dirty="0"/>
              <a:t>-</a:t>
            </a:r>
            <a:r>
              <a:rPr lang="ko-KR" altLang="en-US" sz="1200" dirty="0"/>
              <a:t>과정 추천을 종합한 평균은 </a:t>
            </a:r>
            <a:r>
              <a:rPr lang="en-US" altLang="ko-KR" sz="1200" dirty="0"/>
              <a:t>total_avg_04</a:t>
            </a:r>
            <a:r>
              <a:rPr lang="ko-KR" altLang="en-US" sz="1200" dirty="0"/>
              <a:t>점으로 나타남</a:t>
            </a:r>
            <a:r>
              <a:rPr lang="en-US" altLang="ko-KR" sz="1200" dirty="0"/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C2E268A-6339-B3B3-F8E5-AE53ABFE9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232357"/>
              </p:ext>
            </p:extLst>
          </p:nvPr>
        </p:nvGraphicFramePr>
        <p:xfrm>
          <a:off x="2534208" y="4352656"/>
          <a:ext cx="3083580" cy="1701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710">
                  <a:extLst>
                    <a:ext uri="{9D8B030D-6E8A-4147-A177-3AD203B41FA5}">
                      <a16:colId xmlns:a16="http://schemas.microsoft.com/office/drawing/2014/main" val="2241516738"/>
                    </a:ext>
                  </a:extLst>
                </a:gridCol>
                <a:gridCol w="1508870">
                  <a:extLst>
                    <a:ext uri="{9D8B030D-6E8A-4147-A177-3AD203B41FA5}">
                      <a16:colId xmlns:a16="http://schemas.microsoft.com/office/drawing/2014/main" val="1409458891"/>
                    </a:ext>
                  </a:extLst>
                </a:gridCol>
              </a:tblGrid>
              <a:tr h="322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점수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응답수</a:t>
                      </a:r>
                      <a:r>
                        <a:rPr lang="en-US" altLang="ko-KR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(%)</a:t>
                      </a:r>
                      <a:endParaRPr lang="ko-KR" altLang="en-US" sz="1000" kern="1200" spc="-6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59685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매우 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(4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40422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6627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(2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954631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전혀 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029398"/>
                  </a:ext>
                </a:extLst>
              </a:tr>
              <a:tr h="254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총계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32987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C61DF4F-C516-D773-B1B7-2DB1712A6B7A}"/>
              </a:ext>
            </a:extLst>
          </p:cNvPr>
          <p:cNvSpPr/>
          <p:nvPr/>
        </p:nvSpPr>
        <p:spPr>
          <a:xfrm>
            <a:off x="2534208" y="1791139"/>
            <a:ext cx="3083580" cy="5220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lnSpc>
                <a:spcPct val="120000"/>
              </a:lnSpc>
            </a:pP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Q4. </a:t>
            </a:r>
            <a:r>
              <a:rPr lang="ko-KR" altLang="en-US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학습한 내용을 업무에 적용할 것입니다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. (I intend to apply the learnings from the program to my job.) 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4E70E6F-8D45-8C37-3B93-608865CBE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713741"/>
              </p:ext>
            </p:extLst>
          </p:nvPr>
        </p:nvGraphicFramePr>
        <p:xfrm>
          <a:off x="6644792" y="4352656"/>
          <a:ext cx="3083580" cy="1701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710">
                  <a:extLst>
                    <a:ext uri="{9D8B030D-6E8A-4147-A177-3AD203B41FA5}">
                      <a16:colId xmlns:a16="http://schemas.microsoft.com/office/drawing/2014/main" val="2241516738"/>
                    </a:ext>
                  </a:extLst>
                </a:gridCol>
                <a:gridCol w="1508870">
                  <a:extLst>
                    <a:ext uri="{9D8B030D-6E8A-4147-A177-3AD203B41FA5}">
                      <a16:colId xmlns:a16="http://schemas.microsoft.com/office/drawing/2014/main" val="1409458891"/>
                    </a:ext>
                  </a:extLst>
                </a:gridCol>
              </a:tblGrid>
              <a:tr h="322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점수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응답수</a:t>
                      </a:r>
                      <a:r>
                        <a:rPr lang="en-US" altLang="ko-KR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(%)</a:t>
                      </a:r>
                      <a:endParaRPr lang="ko-KR" altLang="en-US" sz="1000" kern="1200" spc="-6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59685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매우 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(4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40422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6627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(2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954631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전혀 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029398"/>
                  </a:ext>
                </a:extLst>
              </a:tr>
              <a:tr h="254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총계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329875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E81048C-27D6-BC5B-42AB-AEDC154DFB9E}"/>
              </a:ext>
            </a:extLst>
          </p:cNvPr>
          <p:cNvSpPr/>
          <p:nvPr/>
        </p:nvSpPr>
        <p:spPr>
          <a:xfrm>
            <a:off x="6644792" y="1791139"/>
            <a:ext cx="3083580" cy="5220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lnSpc>
                <a:spcPct val="120000"/>
              </a:lnSpc>
            </a:pP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Q5. </a:t>
            </a:r>
            <a:r>
              <a:rPr lang="ko-KR" altLang="en-US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교육을 다른 사람들에게 추천하고 싶습니다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. </a:t>
            </a:r>
            <a:b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(I would recommend this session to others.) 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35B3ABB-FD02-A7CC-FC7A-DD5BF7D60009}"/>
              </a:ext>
            </a:extLst>
          </p:cNvPr>
          <p:cNvSpPr/>
          <p:nvPr/>
        </p:nvSpPr>
        <p:spPr>
          <a:xfrm>
            <a:off x="4956247" y="1568688"/>
            <a:ext cx="661541" cy="18899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108000" rIns="0" bIns="108000" rtlCol="0" anchor="ctr">
            <a:noAutofit/>
          </a:bodyPr>
          <a:lstStyle/>
          <a:p>
            <a:pPr algn="ctr"/>
            <a:r>
              <a:rPr lang="ko-KR" altLang="en-US" sz="1000" spc="-6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평균 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sub_avg</a:t>
            </a:r>
            <a:r>
              <a:rPr lang="en-US" altLang="ko-KR" sz="1000" spc="-6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_04</a:t>
            </a:r>
            <a:endParaRPr lang="en-US" altLang="ko-KR" sz="10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F3B17CD-3A25-28AD-67E6-F8CCA26F6B7C}"/>
              </a:ext>
            </a:extLst>
          </p:cNvPr>
          <p:cNvSpPr/>
          <p:nvPr/>
        </p:nvSpPr>
        <p:spPr>
          <a:xfrm>
            <a:off x="9066831" y="1579078"/>
            <a:ext cx="661541" cy="18899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108000" rIns="0" bIns="108000" rtlCol="0" anchor="ctr">
            <a:noAutofit/>
          </a:bodyPr>
          <a:lstStyle/>
          <a:p>
            <a:pPr algn="ctr"/>
            <a:r>
              <a:rPr lang="ko-KR" altLang="en-US" sz="1000" spc="-6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평균 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sub_avg</a:t>
            </a:r>
            <a:r>
              <a:rPr lang="en-US" altLang="ko-KR" sz="1000" spc="-6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_05</a:t>
            </a:r>
            <a:endParaRPr lang="en-US" altLang="ko-KR" sz="10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graphicFrame>
        <p:nvGraphicFramePr>
          <p:cNvPr id="10" name="차트 4">
            <a:extLst>
              <a:ext uri="{FF2B5EF4-FFF2-40B4-BE49-F238E27FC236}">
                <a16:creationId xmlns:a16="http://schemas.microsoft.com/office/drawing/2014/main" id="{3A711EAD-DE1D-EDFF-9F78-D9B460F8CB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4192690"/>
              </p:ext>
            </p:extLst>
          </p:nvPr>
        </p:nvGraphicFramePr>
        <p:xfrm>
          <a:off x="2534208" y="2368354"/>
          <a:ext cx="3083580" cy="2002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차트 5">
            <a:extLst>
              <a:ext uri="{FF2B5EF4-FFF2-40B4-BE49-F238E27FC236}">
                <a16:creationId xmlns:a16="http://schemas.microsoft.com/office/drawing/2014/main" id="{F746FC3A-FAD4-2DFC-A872-52942B7C92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4856825"/>
              </p:ext>
            </p:extLst>
          </p:nvPr>
        </p:nvGraphicFramePr>
        <p:xfrm>
          <a:off x="6644792" y="2368354"/>
          <a:ext cx="3083580" cy="2002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9771935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332C60-088C-FAB9-45BF-62988527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Bold"/>
                <a:cs typeface="+mj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Bold"/>
                <a:cs typeface="+mj-cs"/>
              </a:rPr>
              <a:t>문항별 세부 결과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Bold"/>
                <a:cs typeface="+mj-cs"/>
              </a:rPr>
              <a:t>_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Bold"/>
                <a:cs typeface="+mj-cs"/>
              </a:rPr>
              <a:t>② 강사 만족도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F7567C-C501-27BC-865B-DF257AB35D3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8137" y="939749"/>
            <a:ext cx="11271168" cy="635553"/>
          </a:xfrm>
        </p:spPr>
        <p:txBody>
          <a:bodyPr/>
          <a:lstStyle/>
          <a:p>
            <a:pPr marL="6350" marR="0" lvl="0" indent="-6350" algn="l" defTabSz="914400" rtl="0" eaLnBrk="1" fontAlgn="auto" latinLnBrk="0" hangingPunct="1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​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강사의 전반적인 만족도는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total_avg_02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점으로 나타남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242437"/>
              </a:solidFill>
              <a:effectLst/>
              <a:uLnTx/>
              <a:uFillTx/>
              <a:latin typeface="Georgia"/>
              <a:ea typeface="Noto Sans CJK KR DemiLight"/>
              <a:cs typeface="+mn-cs"/>
            </a:endParaRPr>
          </a:p>
          <a:p>
            <a:endParaRPr lang="ko-KR" altLang="en-US" dirty="0"/>
          </a:p>
        </p:txBody>
      </p:sp>
      <p:graphicFrame>
        <p:nvGraphicFramePr>
          <p:cNvPr id="4" name="표 6">
            <a:extLst>
              <a:ext uri="{FF2B5EF4-FFF2-40B4-BE49-F238E27FC236}">
                <a16:creationId xmlns:a16="http://schemas.microsoft.com/office/drawing/2014/main" id="{2FE96AFC-F169-E6BC-B8C4-98FDFE949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980039"/>
              </p:ext>
            </p:extLst>
          </p:nvPr>
        </p:nvGraphicFramePr>
        <p:xfrm>
          <a:off x="1079661" y="4352656"/>
          <a:ext cx="3083580" cy="1701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710">
                  <a:extLst>
                    <a:ext uri="{9D8B030D-6E8A-4147-A177-3AD203B41FA5}">
                      <a16:colId xmlns:a16="http://schemas.microsoft.com/office/drawing/2014/main" val="2241516738"/>
                    </a:ext>
                  </a:extLst>
                </a:gridCol>
                <a:gridCol w="1508870">
                  <a:extLst>
                    <a:ext uri="{9D8B030D-6E8A-4147-A177-3AD203B41FA5}">
                      <a16:colId xmlns:a16="http://schemas.microsoft.com/office/drawing/2014/main" val="1409458891"/>
                    </a:ext>
                  </a:extLst>
                </a:gridCol>
              </a:tblGrid>
              <a:tr h="322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점수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응답수</a:t>
                      </a:r>
                      <a:r>
                        <a:rPr lang="en-US" altLang="ko-KR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(%)</a:t>
                      </a:r>
                      <a:endParaRPr lang="ko-KR" altLang="en-US" sz="1000" kern="1200" spc="-6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59685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매우 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(4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40422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6627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(2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954631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전혀 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029398"/>
                  </a:ext>
                </a:extLst>
              </a:tr>
              <a:tr h="254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총계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32987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1A5DF129-6021-420D-FA20-139C1CB7D798}"/>
              </a:ext>
            </a:extLst>
          </p:cNvPr>
          <p:cNvSpPr/>
          <p:nvPr/>
        </p:nvSpPr>
        <p:spPr>
          <a:xfrm>
            <a:off x="1079661" y="1791139"/>
            <a:ext cx="3083580" cy="5220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lnSpc>
                <a:spcPct val="120000"/>
              </a:lnSpc>
            </a:pP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Q6. </a:t>
            </a:r>
            <a:r>
              <a:rPr lang="ko-KR" altLang="en-US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전반적으로 강사에 만족합니다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. </a:t>
            </a:r>
            <a:b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(Overall, I am satisfied with this facilitator.) </a:t>
            </a:r>
          </a:p>
        </p:txBody>
      </p:sp>
      <p:graphicFrame>
        <p:nvGraphicFramePr>
          <p:cNvPr id="6" name="표 7">
            <a:extLst>
              <a:ext uri="{FF2B5EF4-FFF2-40B4-BE49-F238E27FC236}">
                <a16:creationId xmlns:a16="http://schemas.microsoft.com/office/drawing/2014/main" id="{BCD37592-117E-2AC0-6934-1542E9A92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567710"/>
              </p:ext>
            </p:extLst>
          </p:nvPr>
        </p:nvGraphicFramePr>
        <p:xfrm>
          <a:off x="4509111" y="4352656"/>
          <a:ext cx="3083580" cy="1701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710">
                  <a:extLst>
                    <a:ext uri="{9D8B030D-6E8A-4147-A177-3AD203B41FA5}">
                      <a16:colId xmlns:a16="http://schemas.microsoft.com/office/drawing/2014/main" val="2241516738"/>
                    </a:ext>
                  </a:extLst>
                </a:gridCol>
                <a:gridCol w="1508870">
                  <a:extLst>
                    <a:ext uri="{9D8B030D-6E8A-4147-A177-3AD203B41FA5}">
                      <a16:colId xmlns:a16="http://schemas.microsoft.com/office/drawing/2014/main" val="1409458891"/>
                    </a:ext>
                  </a:extLst>
                </a:gridCol>
              </a:tblGrid>
              <a:tr h="322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점수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응답수</a:t>
                      </a:r>
                      <a:r>
                        <a:rPr lang="en-US" altLang="ko-KR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(%)</a:t>
                      </a:r>
                      <a:endParaRPr lang="ko-KR" altLang="en-US" sz="1000" kern="1200" spc="-6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59685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매우 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(4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40422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6627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(2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954631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전혀 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029398"/>
                  </a:ext>
                </a:extLst>
              </a:tr>
              <a:tr h="254758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총계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329875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A098A6A-ED02-EEC7-19C7-7545AC13AC15}"/>
              </a:ext>
            </a:extLst>
          </p:cNvPr>
          <p:cNvSpPr/>
          <p:nvPr/>
        </p:nvSpPr>
        <p:spPr>
          <a:xfrm>
            <a:off x="4509111" y="1791139"/>
            <a:ext cx="3083580" cy="5220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latinLnBrk="0">
              <a:lnSpc>
                <a:spcPct val="120000"/>
              </a:lnSpc>
            </a:pP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Q7. </a:t>
            </a:r>
            <a:r>
              <a:rPr lang="ko-KR" altLang="en-US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강사는 참여를 유도하고 적절하게 상호작용을 하였습니다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. </a:t>
            </a:r>
            <a:b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(The facilitator was engaging and responsive.) </a:t>
            </a: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AC216E72-1D82-1875-D9D9-DE886BA95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129449"/>
              </p:ext>
            </p:extLst>
          </p:nvPr>
        </p:nvGraphicFramePr>
        <p:xfrm>
          <a:off x="7962066" y="4352656"/>
          <a:ext cx="3083580" cy="1701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710">
                  <a:extLst>
                    <a:ext uri="{9D8B030D-6E8A-4147-A177-3AD203B41FA5}">
                      <a16:colId xmlns:a16="http://schemas.microsoft.com/office/drawing/2014/main" val="2241516738"/>
                    </a:ext>
                  </a:extLst>
                </a:gridCol>
                <a:gridCol w="1508870">
                  <a:extLst>
                    <a:ext uri="{9D8B030D-6E8A-4147-A177-3AD203B41FA5}">
                      <a16:colId xmlns:a16="http://schemas.microsoft.com/office/drawing/2014/main" val="1409458891"/>
                    </a:ext>
                  </a:extLst>
                </a:gridCol>
              </a:tblGrid>
              <a:tr h="322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점수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응답수</a:t>
                      </a:r>
                      <a:r>
                        <a:rPr lang="en-US" altLang="ko-KR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(%)</a:t>
                      </a:r>
                      <a:endParaRPr lang="ko-KR" altLang="en-US" sz="1000" kern="1200" spc="-6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59685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매우 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(4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40422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6627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(2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954631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전혀 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029398"/>
                  </a:ext>
                </a:extLst>
              </a:tr>
              <a:tr h="254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총계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329875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F8AB9E77-42FF-760F-BD96-C56D876D62E5}"/>
              </a:ext>
            </a:extLst>
          </p:cNvPr>
          <p:cNvSpPr/>
          <p:nvPr/>
        </p:nvSpPr>
        <p:spPr>
          <a:xfrm>
            <a:off x="7962066" y="1791139"/>
            <a:ext cx="3083580" cy="5220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lnSpc>
                <a:spcPct val="120000"/>
              </a:lnSpc>
            </a:pP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Q8. </a:t>
            </a:r>
            <a:r>
              <a:rPr lang="ko-KR" altLang="en-US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교육 진행 속도가 적절합니다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. </a:t>
            </a:r>
            <a:b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(The pace of the learning is fine.) 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9AB3EC0-EFC3-DB41-D35D-DE02FD879973}"/>
              </a:ext>
            </a:extLst>
          </p:cNvPr>
          <p:cNvSpPr/>
          <p:nvPr/>
        </p:nvSpPr>
        <p:spPr>
          <a:xfrm>
            <a:off x="3465019" y="1575474"/>
            <a:ext cx="661541" cy="18899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108000" rIns="0" bIns="108000" rtlCol="0" anchor="ctr">
            <a:noAutofit/>
          </a:bodyPr>
          <a:lstStyle/>
          <a:p>
            <a:pPr algn="ctr"/>
            <a:r>
              <a:rPr lang="ko-KR" altLang="en-US" sz="1000" spc="-6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평균 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sub_avg_06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585DA13-9952-14D7-0BED-09EF1A26E743}"/>
              </a:ext>
            </a:extLst>
          </p:cNvPr>
          <p:cNvSpPr/>
          <p:nvPr/>
        </p:nvSpPr>
        <p:spPr>
          <a:xfrm>
            <a:off x="6931150" y="1575303"/>
            <a:ext cx="661541" cy="18899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108000" rIns="0" bIns="108000" rtlCol="0" anchor="ctr">
            <a:noAutofit/>
          </a:bodyPr>
          <a:lstStyle/>
          <a:p>
            <a:pPr algn="ctr"/>
            <a:r>
              <a:rPr lang="ko-KR" altLang="en-US" sz="1000" spc="-6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평균 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sub_avg_07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63CE78F-174C-5099-58BE-7652C8D50C02}"/>
              </a:ext>
            </a:extLst>
          </p:cNvPr>
          <p:cNvSpPr/>
          <p:nvPr/>
        </p:nvSpPr>
        <p:spPr>
          <a:xfrm>
            <a:off x="10342064" y="1575302"/>
            <a:ext cx="661541" cy="18899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108000" rIns="0" bIns="108000" rtlCol="0" anchor="ctr">
            <a:noAutofit/>
          </a:bodyPr>
          <a:lstStyle/>
          <a:p>
            <a:pPr algn="ctr"/>
            <a:r>
              <a:rPr lang="ko-KR" altLang="en-US" sz="1000" spc="-6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평균 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sub_avg</a:t>
            </a:r>
            <a:r>
              <a:rPr lang="en-US" altLang="ko-KR" sz="1000" spc="-6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_08</a:t>
            </a:r>
            <a:endParaRPr lang="en-US" altLang="ko-KR" sz="10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graphicFrame>
        <p:nvGraphicFramePr>
          <p:cNvPr id="14" name="차트 8">
            <a:extLst>
              <a:ext uri="{FF2B5EF4-FFF2-40B4-BE49-F238E27FC236}">
                <a16:creationId xmlns:a16="http://schemas.microsoft.com/office/drawing/2014/main" id="{2916E531-0C56-84DB-FC8D-2CBEEA4D59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526728"/>
              </p:ext>
            </p:extLst>
          </p:nvPr>
        </p:nvGraphicFramePr>
        <p:xfrm>
          <a:off x="7962066" y="2339856"/>
          <a:ext cx="3083580" cy="2002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차트 7">
            <a:extLst>
              <a:ext uri="{FF2B5EF4-FFF2-40B4-BE49-F238E27FC236}">
                <a16:creationId xmlns:a16="http://schemas.microsoft.com/office/drawing/2014/main" id="{DA44F775-4193-6566-38DD-90BEDC50DC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4054044"/>
              </p:ext>
            </p:extLst>
          </p:nvPr>
        </p:nvGraphicFramePr>
        <p:xfrm>
          <a:off x="4509111" y="2339856"/>
          <a:ext cx="3083580" cy="2002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차트 6">
            <a:extLst>
              <a:ext uri="{FF2B5EF4-FFF2-40B4-BE49-F238E27FC236}">
                <a16:creationId xmlns:a16="http://schemas.microsoft.com/office/drawing/2014/main" id="{7F484EF5-8C1D-5EAF-A29F-DB792C95E9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2954122"/>
              </p:ext>
            </p:extLst>
          </p:nvPr>
        </p:nvGraphicFramePr>
        <p:xfrm>
          <a:off x="1079661" y="2339856"/>
          <a:ext cx="3083580" cy="2002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2216160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01FFA-A10C-AB65-8235-A98C2536E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B75B0-2C9B-6048-BBB3-90C0B3FA0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3. </a:t>
            </a:r>
            <a:r>
              <a:rPr lang="ko-KR" altLang="en-US" sz="2800" dirty="0"/>
              <a:t>문항별 세부 결과</a:t>
            </a:r>
            <a:r>
              <a:rPr lang="en-US" altLang="ko-KR" sz="2800" dirty="0"/>
              <a:t>_</a:t>
            </a:r>
            <a:r>
              <a:rPr lang="ko-KR" altLang="en-US" sz="2400" dirty="0"/>
              <a:t>③ 운영 만족도 </a:t>
            </a:r>
            <a:endParaRPr lang="ko-KR" altLang="en-US" sz="2800" dirty="0"/>
          </a:p>
        </p:txBody>
      </p:sp>
      <p:graphicFrame>
        <p:nvGraphicFramePr>
          <p:cNvPr id="12" name="표 9">
            <a:extLst>
              <a:ext uri="{FF2B5EF4-FFF2-40B4-BE49-F238E27FC236}">
                <a16:creationId xmlns:a16="http://schemas.microsoft.com/office/drawing/2014/main" id="{80CB4619-80D8-CFBB-0716-3F3164E7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298714"/>
              </p:ext>
            </p:extLst>
          </p:nvPr>
        </p:nvGraphicFramePr>
        <p:xfrm>
          <a:off x="2534208" y="4359270"/>
          <a:ext cx="3083580" cy="1701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710">
                  <a:extLst>
                    <a:ext uri="{9D8B030D-6E8A-4147-A177-3AD203B41FA5}">
                      <a16:colId xmlns:a16="http://schemas.microsoft.com/office/drawing/2014/main" val="2241516738"/>
                    </a:ext>
                  </a:extLst>
                </a:gridCol>
                <a:gridCol w="1508870">
                  <a:extLst>
                    <a:ext uri="{9D8B030D-6E8A-4147-A177-3AD203B41FA5}">
                      <a16:colId xmlns:a16="http://schemas.microsoft.com/office/drawing/2014/main" val="1409458891"/>
                    </a:ext>
                  </a:extLst>
                </a:gridCol>
              </a:tblGrid>
              <a:tr h="322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점수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응답수</a:t>
                      </a:r>
                      <a:r>
                        <a:rPr lang="en-US" altLang="ko-KR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(%)</a:t>
                      </a:r>
                      <a:endParaRPr lang="ko-KR" altLang="en-US" sz="1000" kern="1200" spc="-6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59685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매우 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(4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40422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6627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(2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954631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전혀 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029398"/>
                  </a:ext>
                </a:extLst>
              </a:tr>
              <a:tr h="254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총계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32987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1CB309E3-EC6E-2607-56A5-BF14FA1F9109}"/>
              </a:ext>
            </a:extLst>
          </p:cNvPr>
          <p:cNvSpPr/>
          <p:nvPr/>
        </p:nvSpPr>
        <p:spPr>
          <a:xfrm>
            <a:off x="2534208" y="1797753"/>
            <a:ext cx="3083580" cy="5220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lnSpc>
                <a:spcPct val="120000"/>
              </a:lnSpc>
            </a:pP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Q9. </a:t>
            </a:r>
            <a:r>
              <a:rPr lang="ko-KR" altLang="en-US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교육 자료가 잘 준비되어 있습니다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. (The learning materials of the program is well prepared.) </a:t>
            </a:r>
          </a:p>
        </p:txBody>
      </p:sp>
      <p:graphicFrame>
        <p:nvGraphicFramePr>
          <p:cNvPr id="14" name="표 10">
            <a:extLst>
              <a:ext uri="{FF2B5EF4-FFF2-40B4-BE49-F238E27FC236}">
                <a16:creationId xmlns:a16="http://schemas.microsoft.com/office/drawing/2014/main" id="{CE876A1C-C0FF-438D-5D23-BD6FC2FC8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31111"/>
              </p:ext>
            </p:extLst>
          </p:nvPr>
        </p:nvGraphicFramePr>
        <p:xfrm>
          <a:off x="6644792" y="4359270"/>
          <a:ext cx="3083580" cy="17010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4710">
                  <a:extLst>
                    <a:ext uri="{9D8B030D-6E8A-4147-A177-3AD203B41FA5}">
                      <a16:colId xmlns:a16="http://schemas.microsoft.com/office/drawing/2014/main" val="2241516738"/>
                    </a:ext>
                  </a:extLst>
                </a:gridCol>
                <a:gridCol w="1508870">
                  <a:extLst>
                    <a:ext uri="{9D8B030D-6E8A-4147-A177-3AD203B41FA5}">
                      <a16:colId xmlns:a16="http://schemas.microsoft.com/office/drawing/2014/main" val="1409458891"/>
                    </a:ext>
                  </a:extLst>
                </a:gridCol>
              </a:tblGrid>
              <a:tr h="3229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점수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spc="-60" dirty="0" err="1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응답수</a:t>
                      </a:r>
                      <a:r>
                        <a:rPr lang="en-US" altLang="ko-KR" sz="10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+mn-cs"/>
                        </a:rPr>
                        <a:t>(%)</a:t>
                      </a:r>
                      <a:endParaRPr lang="ko-KR" altLang="en-US" sz="1000" kern="1200" spc="-6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59685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매우 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(4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40422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66270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(2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954631"/>
                  </a:ext>
                </a:extLst>
              </a:tr>
              <a:tr h="2808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전혀 그렇지 않다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029398"/>
                  </a:ext>
                </a:extLst>
              </a:tr>
              <a:tr h="2547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 spc="-8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총계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900" kern="1200" spc="-8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6">
                            <a:lumMod val="50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329875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E382FE51-3FE3-E5E8-548B-B4BF19884EFD}"/>
              </a:ext>
            </a:extLst>
          </p:cNvPr>
          <p:cNvSpPr/>
          <p:nvPr/>
        </p:nvSpPr>
        <p:spPr>
          <a:xfrm>
            <a:off x="6644792" y="1797753"/>
            <a:ext cx="3083580" cy="5220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0">
              <a:lnSpc>
                <a:spcPct val="120000"/>
              </a:lnSpc>
            </a:pP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Q10. </a:t>
            </a:r>
            <a:r>
              <a:rPr lang="ko-KR" altLang="en-US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교육 현장 운영진은 협조적이고 교육 진행에 도움이 되었습니다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. (The on-site operator of the program was supportive and helpful.)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C81C03B-462C-6FC4-1704-866396316C3E}"/>
              </a:ext>
            </a:extLst>
          </p:cNvPr>
          <p:cNvSpPr/>
          <p:nvPr/>
        </p:nvSpPr>
        <p:spPr>
          <a:xfrm>
            <a:off x="4956247" y="1575302"/>
            <a:ext cx="661541" cy="18899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108000" rIns="0" bIns="108000" rtlCol="0" anchor="ctr">
            <a:noAutofit/>
          </a:bodyPr>
          <a:lstStyle/>
          <a:p>
            <a:pPr algn="ctr"/>
            <a:r>
              <a:rPr lang="ko-KR" altLang="en-US" sz="1000" spc="-6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평균 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sub_avg</a:t>
            </a:r>
            <a:r>
              <a:rPr lang="en-US" altLang="ko-KR" sz="1000" spc="-6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_09</a:t>
            </a:r>
            <a:endParaRPr lang="en-US" altLang="ko-KR" sz="10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3BF43D5-11D2-8896-CCC6-E0836296F0AF}"/>
              </a:ext>
            </a:extLst>
          </p:cNvPr>
          <p:cNvSpPr/>
          <p:nvPr/>
        </p:nvSpPr>
        <p:spPr>
          <a:xfrm>
            <a:off x="9066831" y="1585692"/>
            <a:ext cx="661541" cy="18899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108000" rIns="0" bIns="108000" rtlCol="0" anchor="ctr">
            <a:noAutofit/>
          </a:bodyPr>
          <a:lstStyle/>
          <a:p>
            <a:pPr algn="ctr"/>
            <a:r>
              <a:rPr lang="ko-KR" altLang="en-US" sz="1000" spc="-6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평균 </a:t>
            </a:r>
            <a:r>
              <a:rPr lang="en-US" altLang="ko-KR" sz="1000" spc="-60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sub_avg</a:t>
            </a:r>
            <a:r>
              <a:rPr lang="en-US" altLang="ko-KR" sz="1000" spc="-6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rPr>
              <a:t>_10</a:t>
            </a:r>
            <a:endParaRPr lang="en-US" altLang="ko-KR" sz="1000" spc="-60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graphicFrame>
        <p:nvGraphicFramePr>
          <p:cNvPr id="19" name="차트 10">
            <a:extLst>
              <a:ext uri="{FF2B5EF4-FFF2-40B4-BE49-F238E27FC236}">
                <a16:creationId xmlns:a16="http://schemas.microsoft.com/office/drawing/2014/main" id="{477C25DD-6F00-B06A-A282-0BD18B70B8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3077207"/>
              </p:ext>
            </p:extLst>
          </p:nvPr>
        </p:nvGraphicFramePr>
        <p:xfrm>
          <a:off x="6644792" y="2374968"/>
          <a:ext cx="3083580" cy="2002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차트 9">
            <a:extLst>
              <a:ext uri="{FF2B5EF4-FFF2-40B4-BE49-F238E27FC236}">
                <a16:creationId xmlns:a16="http://schemas.microsoft.com/office/drawing/2014/main" id="{9689F2F3-4B0D-512D-D073-B8B22663A7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5199788"/>
              </p:ext>
            </p:extLst>
          </p:nvPr>
        </p:nvGraphicFramePr>
        <p:xfrm>
          <a:off x="2534208" y="2339856"/>
          <a:ext cx="3083580" cy="2002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05D2AA-78F5-81ED-5A2F-3652099A24A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8137" y="939749"/>
            <a:ext cx="11271168" cy="635553"/>
          </a:xfrm>
        </p:spPr>
        <p:txBody>
          <a:bodyPr/>
          <a:lstStyle/>
          <a:p>
            <a:pPr marL="6350" marR="0" lvl="0" indent="-6350" algn="l" defTabSz="914400" rtl="0" eaLnBrk="1" fontAlgn="auto" latinLnBrk="0" hangingPunct="1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​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자료 준비와 운영자의 진행 등 운영에 대한 전반적인 만족도는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total_avg_03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점으로 나타남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6911734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0EBB506-EF6B-1E0C-171F-6B7348551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65B879-9015-6157-F5F4-84422774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정성평가 </a:t>
            </a:r>
            <a:r>
              <a:rPr lang="en-US" altLang="ko-KR" sz="2800" dirty="0"/>
              <a:t>raw data</a:t>
            </a:r>
            <a:endParaRPr lang="ko-KR" altLang="en-US" sz="2800" dirty="0"/>
          </a:p>
        </p:txBody>
      </p:sp>
      <p:graphicFrame>
        <p:nvGraphicFramePr>
          <p:cNvPr id="6" name="표 11">
            <a:extLst>
              <a:ext uri="{FF2B5EF4-FFF2-40B4-BE49-F238E27FC236}">
                <a16:creationId xmlns:a16="http://schemas.microsoft.com/office/drawing/2014/main" id="{FB53DFDD-2915-0EDC-D816-9EB7F5E15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8887"/>
              </p:ext>
            </p:extLst>
          </p:nvPr>
        </p:nvGraphicFramePr>
        <p:xfrm>
          <a:off x="568137" y="1818699"/>
          <a:ext cx="11027829" cy="42835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136">
                  <a:extLst>
                    <a:ext uri="{9D8B030D-6E8A-4147-A177-3AD203B41FA5}">
                      <a16:colId xmlns:a16="http://schemas.microsoft.com/office/drawing/2014/main" val="1768242466"/>
                    </a:ext>
                  </a:extLst>
                </a:gridCol>
                <a:gridCol w="3311207">
                  <a:extLst>
                    <a:ext uri="{9D8B030D-6E8A-4147-A177-3AD203B41FA5}">
                      <a16:colId xmlns:a16="http://schemas.microsoft.com/office/drawing/2014/main" val="61035941"/>
                    </a:ext>
                  </a:extLst>
                </a:gridCol>
                <a:gridCol w="3775529">
                  <a:extLst>
                    <a:ext uri="{9D8B030D-6E8A-4147-A177-3AD203B41FA5}">
                      <a16:colId xmlns:a16="http://schemas.microsoft.com/office/drawing/2014/main" val="900696985"/>
                    </a:ext>
                  </a:extLst>
                </a:gridCol>
                <a:gridCol w="3217957">
                  <a:extLst>
                    <a:ext uri="{9D8B030D-6E8A-4147-A177-3AD203B41FA5}">
                      <a16:colId xmlns:a16="http://schemas.microsoft.com/office/drawing/2014/main" val="2056258660"/>
                    </a:ext>
                  </a:extLst>
                </a:gridCol>
              </a:tblGrid>
              <a:tr h="3582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1"/>
                          </a:solidFill>
                          <a:latin typeface="+mj-ea"/>
                          <a:ea typeface="+mj-ea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1"/>
                          </a:solidFill>
                          <a:latin typeface="+mj-ea"/>
                          <a:ea typeface="+mj-ea"/>
                          <a:cs typeface="+mn-cs"/>
                        </a:rPr>
                        <a:t>유용했던 점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1"/>
                          </a:solidFill>
                          <a:latin typeface="+mj-ea"/>
                          <a:ea typeface="+mj-ea"/>
                          <a:cs typeface="+mn-cs"/>
                        </a:rPr>
                        <a:t>아쉬웠던 점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1"/>
                          </a:solidFill>
                          <a:latin typeface="+mj-ea"/>
                          <a:ea typeface="+mj-ea"/>
                          <a:cs typeface="+mn-cs"/>
                        </a:rPr>
                        <a:t>추가 의견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920370"/>
                  </a:ext>
                </a:extLst>
              </a:tr>
              <a:tr h="39252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내용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</a:txBody>
                  <a:tcPr marL="44942" marR="44942" marT="22471" marB="2247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9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</a:txBody>
                  <a:tcPr marL="44942" marR="44942" marT="22471" marB="2247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591806"/>
                  </a:ext>
                </a:extLst>
              </a:tr>
            </a:tbl>
          </a:graphicData>
        </a:graphic>
      </p:graphicFrame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B3FD6E4-D6AA-298F-C83A-E2984ABEFB8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8137" y="939749"/>
            <a:ext cx="11271168" cy="645211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pPr marL="0" lvl="0" indent="0">
              <a:buNone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///</a:t>
            </a:r>
            <a:endParaRPr lang="en-US" altLang="ko-KR" sz="1200" dirty="0">
              <a:solidFill>
                <a:srgbClr val="242437"/>
              </a:solidFill>
              <a:latin typeface="Georgia"/>
              <a:ea typeface="Noto Sans CJK KR D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64628923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0E23-521B-F6FF-AC08-9CA96313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49180-AB4E-A38E-5F94-9315F643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3. </a:t>
            </a:r>
            <a:r>
              <a:rPr lang="ko-KR" altLang="en-US" sz="2800" dirty="0"/>
              <a:t>문항별 세부 결과</a:t>
            </a:r>
            <a:r>
              <a:rPr lang="en-US" altLang="ko-KR" sz="2800" dirty="0"/>
              <a:t>_</a:t>
            </a:r>
            <a:r>
              <a:rPr lang="ko-KR" altLang="en-US" sz="2400" dirty="0"/>
              <a:t>④ 정성평가</a:t>
            </a:r>
            <a:endParaRPr lang="ko-KR" altLang="en-US" sz="2800" dirty="0"/>
          </a:p>
        </p:txBody>
      </p:sp>
      <p:graphicFrame>
        <p:nvGraphicFramePr>
          <p:cNvPr id="6" name="표 55">
            <a:extLst>
              <a:ext uri="{FF2B5EF4-FFF2-40B4-BE49-F238E27FC236}">
                <a16:creationId xmlns:a16="http://schemas.microsoft.com/office/drawing/2014/main" id="{25FAF26F-118B-CC36-8221-D8003AD46004}"/>
              </a:ext>
            </a:extLst>
          </p:cNvPr>
          <p:cNvGraphicFramePr>
            <a:graphicFrameLocks noGrp="1"/>
          </p:cNvGraphicFramePr>
          <p:nvPr/>
        </p:nvGraphicFramePr>
        <p:xfrm>
          <a:off x="568137" y="1818699"/>
          <a:ext cx="11027829" cy="3998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136">
                  <a:extLst>
                    <a:ext uri="{9D8B030D-6E8A-4147-A177-3AD203B41FA5}">
                      <a16:colId xmlns:a16="http://schemas.microsoft.com/office/drawing/2014/main" val="1768242466"/>
                    </a:ext>
                  </a:extLst>
                </a:gridCol>
                <a:gridCol w="3311207">
                  <a:extLst>
                    <a:ext uri="{9D8B030D-6E8A-4147-A177-3AD203B41FA5}">
                      <a16:colId xmlns:a16="http://schemas.microsoft.com/office/drawing/2014/main" val="61035941"/>
                    </a:ext>
                  </a:extLst>
                </a:gridCol>
                <a:gridCol w="3775529">
                  <a:extLst>
                    <a:ext uri="{9D8B030D-6E8A-4147-A177-3AD203B41FA5}">
                      <a16:colId xmlns:a16="http://schemas.microsoft.com/office/drawing/2014/main" val="900696985"/>
                    </a:ext>
                  </a:extLst>
                </a:gridCol>
                <a:gridCol w="3217957">
                  <a:extLst>
                    <a:ext uri="{9D8B030D-6E8A-4147-A177-3AD203B41FA5}">
                      <a16:colId xmlns:a16="http://schemas.microsoft.com/office/drawing/2014/main" val="2056258660"/>
                    </a:ext>
                  </a:extLst>
                </a:gridCol>
              </a:tblGrid>
              <a:tr h="3582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1"/>
                          </a:solidFill>
                          <a:latin typeface="+mj-ea"/>
                          <a:ea typeface="+mj-ea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1"/>
                          </a:solidFill>
                          <a:latin typeface="+mj-ea"/>
                          <a:ea typeface="+mj-ea"/>
                          <a:cs typeface="+mn-cs"/>
                        </a:rPr>
                        <a:t>유용했던 점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1"/>
                          </a:solidFill>
                          <a:latin typeface="+mj-ea"/>
                          <a:ea typeface="+mj-ea"/>
                          <a:cs typeface="+mn-cs"/>
                        </a:rPr>
                        <a:t>아쉬웠던 점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1"/>
                          </a:solidFill>
                          <a:latin typeface="+mj-ea"/>
                          <a:ea typeface="+mj-ea"/>
                          <a:cs typeface="+mn-cs"/>
                        </a:rPr>
                        <a:t>추가 의견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920370"/>
                  </a:ext>
                </a:extLst>
              </a:tr>
              <a:tr h="23577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내용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100" cap="none" spc="-90" normalizeH="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ㅁㅁㅁ</a:t>
                      </a:r>
                      <a:r>
                        <a:rPr kumimoji="0" lang="ko-KR" altLang="en-US" sz="1050" b="0" i="0" u="none" strike="noStrike" kern="1100" cap="none" spc="-9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100" cap="none" spc="-9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(0)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10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10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100" cap="none" spc="-90" normalizeH="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ㅁㅁㅁ</a:t>
                      </a:r>
                      <a:r>
                        <a:rPr kumimoji="0" lang="ko-KR" altLang="en-US" sz="1000" b="0" i="0" u="none" strike="noStrike" kern="1100" cap="none" spc="-9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100" cap="none" spc="-9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(0)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9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9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9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9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100" cap="none" spc="-90" normalizeH="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ㅁㅁㅁ</a:t>
                      </a:r>
                      <a:r>
                        <a:rPr kumimoji="0" lang="ko-KR" altLang="en-US" sz="1000" b="0" i="0" u="none" strike="noStrike" kern="1100" cap="none" spc="-9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100" cap="none" spc="-9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(0)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9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9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9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9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100" cap="none" spc="-90" normalizeH="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ㅁㅁㅁ</a:t>
                      </a:r>
                      <a:r>
                        <a:rPr kumimoji="0" lang="ko-KR" altLang="en-US" sz="1050" b="0" i="0" u="none" strike="noStrike" kern="1100" cap="none" spc="-9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100" cap="none" spc="-9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(0)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10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10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100" cap="none" spc="-90" normalizeH="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ㅁㅁㅁ</a:t>
                      </a:r>
                      <a:r>
                        <a:rPr kumimoji="0" lang="ko-KR" altLang="en-US" sz="1000" b="0" i="0" u="none" strike="noStrike" kern="1100" cap="none" spc="-9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100" cap="none" spc="-9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(0)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9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9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9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9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</a:txBody>
                  <a:tcPr marL="44942" marR="44942" marT="22471" marB="2247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100" cap="none" spc="-90" normalizeH="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ㅁㅁㅁ</a:t>
                      </a:r>
                      <a:r>
                        <a:rPr kumimoji="0" lang="ko-KR" altLang="en-US" sz="1050" b="0" i="0" u="none" strike="noStrike" kern="1100" cap="none" spc="-9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100" cap="none" spc="-9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(0)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10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10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</a:p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100" cap="none" spc="-90" normalizeH="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ㅁㅁㅁ</a:t>
                      </a:r>
                      <a:r>
                        <a:rPr kumimoji="0" lang="ko-KR" altLang="en-US" sz="1000" b="0" i="0" u="none" strike="noStrike" kern="1100" cap="none" spc="-9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1000" b="0" i="0" u="none" strike="noStrike" kern="1100" cap="none" spc="-90" normalizeH="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(0)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9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9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9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9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</a:txBody>
                  <a:tcPr marL="44942" marR="44942" marT="22471" marB="2247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5918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강사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100" cap="none" spc="-90" normalizeH="0" baseline="0" noProof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ㅁㅁㅁ</a:t>
                      </a:r>
                      <a:r>
                        <a:rPr kumimoji="0" lang="ko-KR" altLang="en-US" sz="105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(0)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10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10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</a:txBody>
                  <a:tcPr marL="44942" marR="44942" marT="22471" marB="2247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100" cap="none" spc="-90" normalizeH="0" baseline="0" noProof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ㅁㅁㅁ</a:t>
                      </a:r>
                      <a:r>
                        <a:rPr kumimoji="0" lang="ko-KR" altLang="en-US" sz="105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(0)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10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10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</a:txBody>
                  <a:tcPr marL="44942" marR="44942" marT="22471" marB="2247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100" cap="none" spc="-90" normalizeH="0" baseline="0" noProof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ㅁㅁㅁ</a:t>
                      </a:r>
                      <a:r>
                        <a:rPr kumimoji="0" lang="ko-KR" altLang="en-US" sz="105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(0)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10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10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</a:txBody>
                  <a:tcPr marL="44942" marR="44942" marT="22471" marB="2247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04967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운영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100" cap="none" spc="-90" normalizeH="0" baseline="0" noProof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ㅁㅁㅁ</a:t>
                      </a:r>
                      <a:r>
                        <a:rPr kumimoji="0" lang="ko-KR" altLang="en-US" sz="105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(0)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10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10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</a:txBody>
                  <a:tcPr marL="44942" marR="44942" marT="22471" marB="2247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100" cap="none" spc="-90" normalizeH="0" baseline="0" noProof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ㅁㅁㅁ</a:t>
                      </a:r>
                      <a:r>
                        <a:rPr kumimoji="0" lang="ko-KR" altLang="en-US" sz="105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(0)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10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10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</a:txBody>
                  <a:tcPr marL="44942" marR="44942" marT="22471" marB="2247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50" b="0" i="0" u="none" strike="noStrike" kern="1100" cap="none" spc="-90" normalizeH="0" baseline="0" noProof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ㅁㅁㅁ</a:t>
                      </a:r>
                      <a:r>
                        <a:rPr kumimoji="0" lang="ko-KR" altLang="en-US" sz="105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105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Bold" panose="020B0800000000000000" pitchFamily="34" charset="-127"/>
                          <a:ea typeface="Noto Sans CJK KR Bold" panose="020B0800000000000000" pitchFamily="34" charset="-127"/>
                          <a:cs typeface="+mn-cs"/>
                        </a:rPr>
                        <a:t>(0)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10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Noto Sans CJK KR Bold" panose="020B0800000000000000" pitchFamily="34" charset="-127"/>
                        <a:buChar char="‐"/>
                        <a:tabLst/>
                        <a:defRPr/>
                      </a:pPr>
                      <a:r>
                        <a:rPr kumimoji="0" lang="en-US" altLang="ko-KR" sz="1000" b="0" i="0" u="none" strike="noStrike" kern="1100" cap="none" spc="-9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Noto Sans CJK KR DemiLight" panose="020B0400000000000000" pitchFamily="34" charset="-127"/>
                          <a:ea typeface="Noto Sans CJK KR DemiLight" panose="020B0400000000000000" pitchFamily="34" charset="-127"/>
                          <a:cs typeface="+mn-cs"/>
                        </a:rPr>
                        <a:t>//</a:t>
                      </a:r>
                      <a:endParaRPr kumimoji="0" lang="ko-KR" altLang="en-US" sz="10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 panose="020B0400000000000000" pitchFamily="34" charset="-127"/>
                        <a:ea typeface="Noto Sans CJK KR DemiLight" panose="020B0400000000000000" pitchFamily="34" charset="-127"/>
                        <a:cs typeface="+mn-cs"/>
                      </a:endParaRPr>
                    </a:p>
                  </a:txBody>
                  <a:tcPr marL="44942" marR="44942" marT="22471" marB="2247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744976"/>
                  </a:ext>
                </a:extLst>
              </a:tr>
            </a:tbl>
          </a:graphicData>
        </a:graphic>
      </p:graphicFrame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D90146A-2136-EAC2-9961-AD793789FB0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8137" y="939749"/>
            <a:ext cx="11271168" cy="645211"/>
          </a:xfrm>
          <a:solidFill>
            <a:schemeClr val="bg1"/>
          </a:solidFill>
          <a:ln>
            <a:noFill/>
          </a:ln>
        </p:spPr>
        <p:txBody>
          <a:bodyPr/>
          <a:lstStyle/>
          <a:p>
            <a:pPr marL="0" lvl="0" indent="0">
              <a:buNone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정성평가에서는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///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 수 있어 좋았다는 </a:t>
            </a:r>
            <a:r>
              <a:rPr lang="ko-KR" altLang="en-US" sz="1200" dirty="0" err="1">
                <a:solidFill>
                  <a:srgbClr val="242437"/>
                </a:solidFill>
                <a:latin typeface="Georgia"/>
                <a:ea typeface="Noto Sans CJK KR DemiLight"/>
              </a:rPr>
              <a:t>긍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정적 평가가 두드러졌으며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, ///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대한 긍정적 평가가 </a:t>
            </a:r>
            <a:r>
              <a:rPr lang="ko-KR" altLang="en-US" sz="1200" dirty="0">
                <a:solidFill>
                  <a:srgbClr val="242437"/>
                </a:solidFill>
                <a:latin typeface="Georgia"/>
                <a:ea typeface="Noto Sans CJK KR DemiLight"/>
              </a:rPr>
              <a:t>드러남</a:t>
            </a:r>
            <a:r>
              <a:rPr lang="en-US" altLang="ko-KR" sz="1200" dirty="0">
                <a:solidFill>
                  <a:srgbClr val="242437"/>
                </a:solidFill>
                <a:latin typeface="Georgia"/>
                <a:ea typeface="Noto Sans CJK KR DemiLight"/>
              </a:rPr>
              <a:t>.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다만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///</a:t>
            </a:r>
            <a:r>
              <a:rPr lang="ko-KR" altLang="en-US" sz="1200" dirty="0">
                <a:solidFill>
                  <a:srgbClr val="242437"/>
                </a:solidFill>
                <a:latin typeface="Georgia"/>
                <a:ea typeface="Noto Sans CJK KR DemiLight"/>
              </a:rPr>
              <a:t>에 대한 불만족 의견도 소수 발견됨</a:t>
            </a:r>
            <a:r>
              <a:rPr lang="en-US" altLang="ko-KR" sz="1200" dirty="0">
                <a:solidFill>
                  <a:srgbClr val="242437"/>
                </a:solidFill>
                <a:latin typeface="Georgia"/>
                <a:ea typeface="Noto Sans CJK KR DemiLight"/>
              </a:rPr>
              <a:t>. ///</a:t>
            </a:r>
            <a:r>
              <a:rPr lang="ko-KR" altLang="en-US" sz="1200" dirty="0">
                <a:solidFill>
                  <a:srgbClr val="242437"/>
                </a:solidFill>
                <a:latin typeface="Georgia"/>
                <a:ea typeface="Noto Sans CJK KR DemiLight"/>
              </a:rPr>
              <a:t>한다는 추가 의견이 드러남</a:t>
            </a:r>
            <a:endParaRPr lang="en-US" altLang="ko-KR" sz="1200" dirty="0">
              <a:solidFill>
                <a:srgbClr val="242437"/>
              </a:solidFill>
              <a:latin typeface="Georgia"/>
              <a:ea typeface="Noto Sans CJK KR D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77748229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868F7-9AA5-EF46-D3F5-59497647F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9F00C-03DF-41E2-C6D9-B71540513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현장 이슈 대응 및 제언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4BADFF-5A72-E7E2-6B66-CAA7D155411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68135" y="939749"/>
            <a:ext cx="11027832" cy="635553"/>
          </a:xfrm>
        </p:spPr>
        <p:txBody>
          <a:bodyPr/>
          <a:lstStyle/>
          <a:p>
            <a:pPr marL="6350" marR="0" lvl="0" indent="-6350" algn="l" defTabSz="914400" rtl="0" eaLnBrk="1" fontAlgn="auto" latinLnBrk="0" hangingPunct="1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​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ILT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의 안정적인 연간 운영을 위해 현장 운영 담당자가 교육 과정을 지속적으로 모니터링하며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당일 교육 중 발생하는 이슈에 대해 현장에서 즉각적으로 보고하고 대응하고 있음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.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또한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동일한 이슈의 반복 발생을 사전에 예방하기 위해 아래와 같이 개선 방안을 제언함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DemiLight"/>
                <a:cs typeface="+mn-cs"/>
              </a:rPr>
              <a:t>.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242437"/>
              </a:solidFill>
              <a:effectLst/>
              <a:uLnTx/>
              <a:uFillTx/>
              <a:latin typeface="Georgia"/>
              <a:ea typeface="Noto Sans CJK KR DemiLight"/>
              <a:cs typeface="+mn-cs"/>
            </a:endParaRPr>
          </a:p>
          <a:p>
            <a:endParaRPr lang="ko-KR" altLang="en-US" dirty="0"/>
          </a:p>
        </p:txBody>
      </p:sp>
      <p:graphicFrame>
        <p:nvGraphicFramePr>
          <p:cNvPr id="5" name="표 46">
            <a:extLst>
              <a:ext uri="{FF2B5EF4-FFF2-40B4-BE49-F238E27FC236}">
                <a16:creationId xmlns:a16="http://schemas.microsoft.com/office/drawing/2014/main" id="{430386B8-0E34-AAB3-BD3B-0E6A2034B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870964"/>
              </p:ext>
            </p:extLst>
          </p:nvPr>
        </p:nvGraphicFramePr>
        <p:xfrm>
          <a:off x="568135" y="1818699"/>
          <a:ext cx="11027829" cy="4246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1768242466"/>
                    </a:ext>
                  </a:extLst>
                </a:gridCol>
                <a:gridCol w="1427073">
                  <a:extLst>
                    <a:ext uri="{9D8B030D-6E8A-4147-A177-3AD203B41FA5}">
                      <a16:colId xmlns:a16="http://schemas.microsoft.com/office/drawing/2014/main" val="1924205475"/>
                    </a:ext>
                  </a:extLst>
                </a:gridCol>
                <a:gridCol w="4478693">
                  <a:extLst>
                    <a:ext uri="{9D8B030D-6E8A-4147-A177-3AD203B41FA5}">
                      <a16:colId xmlns:a16="http://schemas.microsoft.com/office/drawing/2014/main" val="61035941"/>
                    </a:ext>
                  </a:extLst>
                </a:gridCol>
                <a:gridCol w="4402063">
                  <a:extLst>
                    <a:ext uri="{9D8B030D-6E8A-4147-A177-3AD203B41FA5}">
                      <a16:colId xmlns:a16="http://schemas.microsoft.com/office/drawing/2014/main" val="2056258660"/>
                    </a:ext>
                  </a:extLst>
                </a:gridCol>
              </a:tblGrid>
              <a:tr h="30485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1"/>
                          </a:solidFill>
                          <a:latin typeface="+mj-ea"/>
                          <a:ea typeface="+mj-ea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 spc="-6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accent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1"/>
                          </a:solidFill>
                          <a:latin typeface="+mj-ea"/>
                          <a:ea typeface="+mj-ea"/>
                          <a:cs typeface="+mn-cs"/>
                        </a:rPr>
                        <a:t>모니터링 결과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schemeClr val="accent1"/>
                          </a:solidFill>
                          <a:latin typeface="+mj-ea"/>
                          <a:ea typeface="+mj-ea"/>
                          <a:cs typeface="+mn-cs"/>
                        </a:rPr>
                        <a:t>현장 대응 및 개선 방안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920370"/>
                  </a:ext>
                </a:extLst>
              </a:tr>
              <a:tr h="93929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운영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2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Pretendard Variable Medium" panose="020000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1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+mn-ea"/>
                        <a:cs typeface="Pretendard Variable Medium" panose="020000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1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+mn-ea"/>
                        <a:cs typeface="Pretendard Variable Medium" panose="020000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591806"/>
                  </a:ext>
                </a:extLst>
              </a:tr>
              <a:tr h="7588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05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+mn-ea"/>
                        <a:cs typeface="Pretendard Variable Medium" panose="020000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1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+mn-ea"/>
                        <a:cs typeface="Pretendard Variable Medium" panose="020000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1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+mn-ea"/>
                        <a:cs typeface="Pretendard Variable Medium" panose="020000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466938"/>
                  </a:ext>
                </a:extLst>
              </a:tr>
              <a:tr h="52183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강사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2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Pretendard Variable Medium" panose="020000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1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+mn-ea"/>
                        <a:cs typeface="Pretendard Variable Medium" panose="020000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744976"/>
                  </a:ext>
                </a:extLst>
              </a:tr>
              <a:tr h="521831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 spc="-6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2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Pretendard Variable Medium" panose="020000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1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+mn-ea"/>
                        <a:cs typeface="Pretendard Variable Medium" panose="020000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1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Pretendard Variable Medium" panose="020000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745123"/>
                  </a:ext>
                </a:extLst>
              </a:tr>
              <a:tr h="11996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60" dirty="0">
                          <a:ln>
                            <a:solidFill>
                              <a:srgbClr val="4DB848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내용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2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Noto Sans CJK KR DemiLight"/>
                        <a:ea typeface="Noto Sans CJK KR DemiLight"/>
                        <a:cs typeface="Pretendard Variable Medium" panose="020000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100" b="0" i="0" u="none" strike="noStrike" kern="1100" cap="none" spc="-9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Pretendard Variable Medium" panose="020000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1100" b="0" i="0" u="none" strike="noStrike" kern="1100" cap="none" spc="-10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Pretendard Variable Medium" panose="020000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289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87047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DDB8C-4190-1BCC-02E7-B0069782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576326-6AFB-8CDC-CA3B-98A659231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>
                <a:latin typeface="+mj-ea"/>
              </a:rPr>
              <a:t>5. </a:t>
            </a:r>
            <a:r>
              <a:rPr lang="ko-KR" altLang="en-US" sz="2800" dirty="0">
                <a:latin typeface="+mj-ea"/>
              </a:rPr>
              <a:t>운영 비용</a:t>
            </a:r>
          </a:p>
        </p:txBody>
      </p:sp>
      <p:graphicFrame>
        <p:nvGraphicFramePr>
          <p:cNvPr id="3" name="표 29">
            <a:extLst>
              <a:ext uri="{FF2B5EF4-FFF2-40B4-BE49-F238E27FC236}">
                <a16:creationId xmlns:a16="http://schemas.microsoft.com/office/drawing/2014/main" id="{1A66EA5B-097D-8391-E33A-1F4C0731D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215124"/>
              </p:ext>
            </p:extLst>
          </p:nvPr>
        </p:nvGraphicFramePr>
        <p:xfrm>
          <a:off x="460375" y="1210790"/>
          <a:ext cx="11271249" cy="3320572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1539995">
                  <a:extLst>
                    <a:ext uri="{9D8B030D-6E8A-4147-A177-3AD203B41FA5}">
                      <a16:colId xmlns:a16="http://schemas.microsoft.com/office/drawing/2014/main" val="1461336237"/>
                    </a:ext>
                  </a:extLst>
                </a:gridCol>
                <a:gridCol w="2182447">
                  <a:extLst>
                    <a:ext uri="{9D8B030D-6E8A-4147-A177-3AD203B41FA5}">
                      <a16:colId xmlns:a16="http://schemas.microsoft.com/office/drawing/2014/main" val="2416690365"/>
                    </a:ext>
                  </a:extLst>
                </a:gridCol>
                <a:gridCol w="529078">
                  <a:extLst>
                    <a:ext uri="{9D8B030D-6E8A-4147-A177-3AD203B41FA5}">
                      <a16:colId xmlns:a16="http://schemas.microsoft.com/office/drawing/2014/main" val="819369559"/>
                    </a:ext>
                  </a:extLst>
                </a:gridCol>
                <a:gridCol w="1295785">
                  <a:extLst>
                    <a:ext uri="{9D8B030D-6E8A-4147-A177-3AD203B41FA5}">
                      <a16:colId xmlns:a16="http://schemas.microsoft.com/office/drawing/2014/main" val="2580074445"/>
                    </a:ext>
                  </a:extLst>
                </a:gridCol>
                <a:gridCol w="1295785">
                  <a:extLst>
                    <a:ext uri="{9D8B030D-6E8A-4147-A177-3AD203B41FA5}">
                      <a16:colId xmlns:a16="http://schemas.microsoft.com/office/drawing/2014/main" val="2644352462"/>
                    </a:ext>
                  </a:extLst>
                </a:gridCol>
                <a:gridCol w="1295785">
                  <a:extLst>
                    <a:ext uri="{9D8B030D-6E8A-4147-A177-3AD203B41FA5}">
                      <a16:colId xmlns:a16="http://schemas.microsoft.com/office/drawing/2014/main" val="1941233116"/>
                    </a:ext>
                  </a:extLst>
                </a:gridCol>
                <a:gridCol w="1554588">
                  <a:extLst>
                    <a:ext uri="{9D8B030D-6E8A-4147-A177-3AD203B41FA5}">
                      <a16:colId xmlns:a16="http://schemas.microsoft.com/office/drawing/2014/main" val="962343058"/>
                    </a:ext>
                  </a:extLst>
                </a:gridCol>
                <a:gridCol w="1577786">
                  <a:extLst>
                    <a:ext uri="{9D8B030D-6E8A-4147-A177-3AD203B41FA5}">
                      <a16:colId xmlns:a16="http://schemas.microsoft.com/office/drawing/2014/main" val="2502404010"/>
                    </a:ext>
                  </a:extLst>
                </a:gridCol>
              </a:tblGrid>
              <a:tr h="3471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+mn-lt"/>
                          <a:ea typeface="+mn-ea"/>
                        </a:rPr>
                        <a:t>비용 구분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miter lim="800000"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+mn-lt"/>
                          <a:ea typeface="+mn-ea"/>
                        </a:rPr>
                        <a:t>항목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2000" marR="72000" marT="36000" marB="3600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n-lt"/>
                          <a:ea typeface="+mn-ea"/>
                        </a:rPr>
                        <a:t>수량</a:t>
                      </a:r>
                      <a:endParaRPr lang="ko-KR" altLang="en-US" sz="1100" b="1" i="0" u="none" strike="noStrike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2000" marR="72000" marT="36000" marB="3600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+mn-lt"/>
                          <a:ea typeface="+mn-ea"/>
                        </a:rPr>
                        <a:t> 단가 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2000" marR="72000" marT="36000" marB="3600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+mn-lt"/>
                          <a:ea typeface="+mn-ea"/>
                        </a:rPr>
                        <a:t> 합계</a:t>
                      </a:r>
                      <a:r>
                        <a:rPr lang="en-US" altLang="ko-KR" sz="1100" u="none" strike="noStrike" dirty="0"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  <a:latin typeface="+mn-lt"/>
                          <a:ea typeface="+mn-ea"/>
                        </a:rPr>
                        <a:t>VAT</a:t>
                      </a:r>
                      <a:r>
                        <a:rPr lang="ko-KR" altLang="en-US" sz="1100" u="none" strike="noStrike" dirty="0">
                          <a:effectLst/>
                          <a:latin typeface="+mn-lt"/>
                          <a:ea typeface="+mn-ea"/>
                        </a:rPr>
                        <a:t>별도</a:t>
                      </a:r>
                      <a:r>
                        <a:rPr lang="en-US" altLang="ko-KR" sz="1100" u="none" strike="noStrike" dirty="0">
                          <a:effectLst/>
                          <a:latin typeface="+mn-lt"/>
                          <a:ea typeface="+mn-ea"/>
                        </a:rPr>
                        <a:t>) </a:t>
                      </a:r>
                      <a:endParaRPr lang="en-US" altLang="ko-KR" sz="11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2000" marR="72000" marT="36000" marB="3600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+mn-lt"/>
                          <a:ea typeface="+mn-ea"/>
                        </a:rPr>
                        <a:t> 합계</a:t>
                      </a:r>
                      <a:r>
                        <a:rPr lang="en-US" altLang="ko-KR" sz="1100" u="none" strike="noStrike" dirty="0"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  <a:latin typeface="+mn-lt"/>
                          <a:ea typeface="+mn-ea"/>
                        </a:rPr>
                        <a:t>VAT</a:t>
                      </a:r>
                      <a:r>
                        <a:rPr lang="ko-KR" altLang="en-US" sz="1100" u="none" strike="noStrike" dirty="0">
                          <a:effectLst/>
                          <a:latin typeface="+mn-lt"/>
                          <a:ea typeface="+mn-ea"/>
                        </a:rPr>
                        <a:t>포함</a:t>
                      </a:r>
                      <a:r>
                        <a:rPr lang="en-US" altLang="ko-KR" sz="1100" u="none" strike="noStrike" dirty="0">
                          <a:effectLst/>
                          <a:latin typeface="+mn-lt"/>
                          <a:ea typeface="+mn-ea"/>
                        </a:rPr>
                        <a:t>) </a:t>
                      </a:r>
                      <a:endParaRPr lang="en-US" altLang="ko-KR" sz="11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2000" marR="72000" marT="36000" marB="3600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+mn-lt"/>
                          <a:ea typeface="+mn-ea"/>
                        </a:rPr>
                        <a:t> 항목별 합계</a:t>
                      </a:r>
                      <a:r>
                        <a:rPr lang="en-US" altLang="ko-KR" sz="1100" u="none" strike="noStrike" dirty="0">
                          <a:effectLst/>
                          <a:latin typeface="+mn-lt"/>
                          <a:ea typeface="+mn-ea"/>
                        </a:rPr>
                        <a:t>(VAT </a:t>
                      </a:r>
                      <a:r>
                        <a:rPr lang="ko-KR" altLang="en-US" sz="1100" u="none" strike="noStrike" dirty="0">
                          <a:effectLst/>
                          <a:latin typeface="+mn-lt"/>
                          <a:ea typeface="+mn-ea"/>
                        </a:rPr>
                        <a:t>포함</a:t>
                      </a:r>
                      <a:r>
                        <a:rPr lang="en-US" altLang="ko-KR" sz="1100" u="none" strike="noStrike" dirty="0">
                          <a:effectLst/>
                          <a:latin typeface="+mn-lt"/>
                          <a:ea typeface="+mn-ea"/>
                        </a:rPr>
                        <a:t>) </a:t>
                      </a:r>
                      <a:endParaRPr lang="en-US" altLang="ko-KR" sz="11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2000" marR="72000" marT="36000" marB="36000" anchor="ctr"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+mn-lt"/>
                          <a:ea typeface="+mn-ea"/>
                        </a:rPr>
                        <a:t> 과정 합계</a:t>
                      </a:r>
                      <a:r>
                        <a:rPr lang="en-US" altLang="ko-KR" sz="1100" u="none" strike="noStrike" dirty="0">
                          <a:effectLst/>
                          <a:latin typeface="+mn-lt"/>
                          <a:ea typeface="+mn-ea"/>
                        </a:rPr>
                        <a:t>(VAT </a:t>
                      </a:r>
                      <a:r>
                        <a:rPr lang="ko-KR" altLang="en-US" sz="1100" u="none" strike="noStrike" dirty="0">
                          <a:effectLst/>
                          <a:latin typeface="+mn-lt"/>
                          <a:ea typeface="+mn-ea"/>
                        </a:rPr>
                        <a:t>포함</a:t>
                      </a:r>
                      <a:r>
                        <a:rPr lang="en-US" altLang="ko-KR" sz="1100" u="none" strike="noStrike" dirty="0">
                          <a:effectLst/>
                          <a:latin typeface="+mn-lt"/>
                          <a:ea typeface="+mn-ea"/>
                        </a:rPr>
                        <a:t>) </a:t>
                      </a:r>
                      <a:endParaRPr lang="en-US" altLang="ko-KR" sz="11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2000" marR="72000" marT="36000" marB="36000" anchor="ctr"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824372"/>
                  </a:ext>
                </a:extLst>
              </a:tr>
              <a:tr h="424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강사비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강사비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500,000 </a:t>
                      </a: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eorgia"/>
                          <a:ea typeface="맑은 고딕" panose="020B0503020000020004" pitchFamily="50" charset="-127"/>
                          <a:cs typeface="+mn-cs"/>
                        </a:rPr>
                        <a:t>0,000,000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eorgia"/>
                          <a:ea typeface="맑은 고딕" panose="020B0503020000020004" pitchFamily="50" charset="-127"/>
                          <a:cs typeface="+mn-cs"/>
                        </a:rPr>
                        <a:t>0,000,000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eorgia"/>
                          <a:ea typeface="맑은 고딕" panose="020B0503020000020004" pitchFamily="50" charset="-127"/>
                          <a:cs typeface="+mn-cs"/>
                        </a:rPr>
                        <a:t>0,000,000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0,000,000 </a:t>
                      </a:r>
                    </a:p>
                  </a:txBody>
                  <a:tcPr marL="72000" marR="72000" marT="0" marB="0" anchor="ctr">
                    <a:lnR w="6350" cap="flat" cmpd="sng" algn="ctr">
                      <a:noFill/>
                      <a:prstDash val="solid"/>
                      <a:miter lim="800000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269309"/>
                  </a:ext>
                </a:extLst>
              </a:tr>
              <a:tr h="424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운영비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운영진행비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350,000 </a:t>
                      </a: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eorgia"/>
                          <a:ea typeface="맑은 고딕" panose="020B0503020000020004" pitchFamily="50" charset="-127"/>
                          <a:cs typeface="+mn-cs"/>
                        </a:rPr>
                        <a:t>0,000,000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eorgia"/>
                          <a:ea typeface="맑은 고딕" panose="020B0503020000020004" pitchFamily="50" charset="-127"/>
                          <a:cs typeface="+mn-cs"/>
                        </a:rPr>
                        <a:t>0,000,000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eorgia"/>
                          <a:ea typeface="맑은 고딕" panose="020B0503020000020004" pitchFamily="50" charset="-127"/>
                          <a:cs typeface="+mn-cs"/>
                        </a:rPr>
                        <a:t>0,000,000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80315588"/>
                  </a:ext>
                </a:extLst>
              </a:tr>
              <a:tr h="424776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교재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교보재비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교재비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20,000 </a:t>
                      </a: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eorgia"/>
                          <a:ea typeface="맑은 고딕" panose="020B0503020000020004" pitchFamily="50" charset="-127"/>
                          <a:cs typeface="+mn-cs"/>
                        </a:rPr>
                        <a:t>0,000,000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eorgia"/>
                          <a:ea typeface="맑은 고딕" panose="020B0503020000020004" pitchFamily="50" charset="-127"/>
                          <a:cs typeface="+mn-cs"/>
                        </a:rPr>
                        <a:t>0,000,000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37396588"/>
                  </a:ext>
                </a:extLst>
              </a:tr>
              <a:tr h="4247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교보재비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명찰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70,000 </a:t>
                      </a: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eorgia"/>
                          <a:ea typeface="맑은 고딕" panose="020B0503020000020004" pitchFamily="50" charset="-127"/>
                          <a:cs typeface="+mn-cs"/>
                        </a:rPr>
                        <a:t>0,000,000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eorgia"/>
                          <a:ea typeface="맑은 고딕" panose="020B0503020000020004" pitchFamily="50" charset="-127"/>
                          <a:cs typeface="+mn-cs"/>
                        </a:rPr>
                        <a:t>0,000,000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>
                      <a:noFill/>
                    </a:lnL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427184"/>
                  </a:ext>
                </a:extLst>
              </a:tr>
              <a:tr h="424776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장소대관비</a:t>
                      </a: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_</a:t>
                      </a:r>
                      <a:r>
                        <a:rPr lang="en-US" altLang="ko-KR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YBM</a:t>
                      </a:r>
                      <a:b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</a:b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중강의실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5)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장소대관비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660,000 </a:t>
                      </a: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eorgia"/>
                          <a:ea typeface="맑은 고딕" panose="020B0503020000020004" pitchFamily="50" charset="-127"/>
                          <a:cs typeface="+mn-cs"/>
                        </a:rPr>
                        <a:t>0,000,000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eorgia"/>
                          <a:ea typeface="맑은 고딕" panose="020B0503020000020004" pitchFamily="50" charset="-127"/>
                          <a:cs typeface="+mn-cs"/>
                        </a:rPr>
                        <a:t>0,000,000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eorgia"/>
                          <a:ea typeface="맑은 고딕" panose="020B0503020000020004" pitchFamily="50" charset="-127"/>
                          <a:cs typeface="+mn-cs"/>
                        </a:rPr>
                        <a:t>0,000,000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06934231"/>
                  </a:ext>
                </a:extLst>
              </a:tr>
              <a:tr h="4247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중식비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11,000 </a:t>
                      </a: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eorgia"/>
                          <a:ea typeface="맑은 고딕" panose="020B0503020000020004" pitchFamily="50" charset="-127"/>
                          <a:cs typeface="+mn-cs"/>
                        </a:rPr>
                        <a:t>0,000,000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eorgia"/>
                          <a:ea typeface="맑은 고딕" panose="020B0503020000020004" pitchFamily="50" charset="-127"/>
                          <a:cs typeface="+mn-cs"/>
                        </a:rPr>
                        <a:t>0,000,000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615023"/>
                  </a:ext>
                </a:extLst>
              </a:tr>
              <a:tr h="424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간식비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miter lim="800000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간식비</a:t>
                      </a:r>
                    </a:p>
                  </a:txBody>
                  <a:tcPr marL="0" marR="0" marT="0" marB="0" anchor="ctr"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               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207,473 </a:t>
                      </a: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eorgia"/>
                          <a:ea typeface="맑은 고딕" panose="020B0503020000020004" pitchFamily="50" charset="-127"/>
                          <a:cs typeface="+mn-cs"/>
                        </a:rPr>
                        <a:t>0,000,000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eorgia"/>
                          <a:ea typeface="맑은 고딕" panose="020B0503020000020004" pitchFamily="50" charset="-127"/>
                          <a:cs typeface="+mn-cs"/>
                        </a:rPr>
                        <a:t>0,000,000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Georgia"/>
                          <a:ea typeface="맑은 고딕" panose="020B0503020000020004" pitchFamily="50" charset="-127"/>
                          <a:cs typeface="+mn-cs"/>
                        </a:rPr>
                        <a:t>0,000,000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ctr">
                    <a:lnL>
                      <a:noFill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87912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51846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FEEF3-9CEF-59FA-E210-8BF4A52D9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D1910E-2831-8077-CF0C-7317B70CB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교육생 명단</a:t>
            </a:r>
          </a:p>
        </p:txBody>
      </p:sp>
      <p:graphicFrame>
        <p:nvGraphicFramePr>
          <p:cNvPr id="3" name="Table 22">
            <a:extLst>
              <a:ext uri="{FF2B5EF4-FFF2-40B4-BE49-F238E27FC236}">
                <a16:creationId xmlns:a16="http://schemas.microsoft.com/office/drawing/2014/main" id="{2DDE5081-6ED2-59FE-A1BD-682A91E00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397929"/>
              </p:ext>
            </p:extLst>
          </p:nvPr>
        </p:nvGraphicFramePr>
        <p:xfrm>
          <a:off x="554037" y="1046501"/>
          <a:ext cx="11095439" cy="5001031"/>
        </p:xfrm>
        <a:graphic>
          <a:graphicData uri="http://schemas.openxmlformats.org/drawingml/2006/table">
            <a:tbl>
              <a:tblPr>
                <a:tableStyleId>{72833802-FEF1-4C79-8D5D-14CF1EAF98D9}</a:tableStyleId>
              </a:tblPr>
              <a:tblGrid>
                <a:gridCol w="304105">
                  <a:extLst>
                    <a:ext uri="{9D8B030D-6E8A-4147-A177-3AD203B41FA5}">
                      <a16:colId xmlns:a16="http://schemas.microsoft.com/office/drawing/2014/main" val="152968972"/>
                    </a:ext>
                  </a:extLst>
                </a:gridCol>
                <a:gridCol w="608210">
                  <a:extLst>
                    <a:ext uri="{9D8B030D-6E8A-4147-A177-3AD203B41FA5}">
                      <a16:colId xmlns:a16="http://schemas.microsoft.com/office/drawing/2014/main" val="2728886531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3515864910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3730585716"/>
                    </a:ext>
                  </a:extLst>
                </a:gridCol>
                <a:gridCol w="931124">
                  <a:extLst>
                    <a:ext uri="{9D8B030D-6E8A-4147-A177-3AD203B41FA5}">
                      <a16:colId xmlns:a16="http://schemas.microsoft.com/office/drawing/2014/main" val="3247348388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705671387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26087192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42008680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495246835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17147087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7321599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125450970"/>
                    </a:ext>
                  </a:extLst>
                </a:gridCol>
              </a:tblGrid>
              <a:tr h="27922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NO.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Entity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Account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Name(English)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Name(Korean)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E-mail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People Manager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341252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700376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272404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930901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327312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spc="-5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476830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07144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848321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spc="-5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316351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277197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618051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84083"/>
                  </a:ext>
                </a:extLst>
              </a:tr>
              <a:tr h="276853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51080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716943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995351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990101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708094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01799"/>
                  </a:ext>
                </a:extLst>
              </a:tr>
              <a:tr h="246791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" marR="5960" marT="59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653709"/>
                  </a:ext>
                </a:extLst>
              </a:tr>
              <a:tr h="246791">
                <a:tc gridSpan="1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참석인원 총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명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사전 신청자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00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명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D-3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이후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취소자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0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명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당일 불참자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명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당일 추가 참석자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9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22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52585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2E6F5-9025-DF87-36B7-DB6509E63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7">
            <a:extLst>
              <a:ext uri="{FF2B5EF4-FFF2-40B4-BE49-F238E27FC236}">
                <a16:creationId xmlns:a16="http://schemas.microsoft.com/office/drawing/2014/main" id="{5315443D-70D0-AE8F-F3EC-3EBA99A4A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023319"/>
              </p:ext>
            </p:extLst>
          </p:nvPr>
        </p:nvGraphicFramePr>
        <p:xfrm>
          <a:off x="683292" y="1252990"/>
          <a:ext cx="10813380" cy="4806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408">
                  <a:extLst>
                    <a:ext uri="{9D8B030D-6E8A-4147-A177-3AD203B41FA5}">
                      <a16:colId xmlns:a16="http://schemas.microsoft.com/office/drawing/2014/main" val="4169131270"/>
                    </a:ext>
                  </a:extLst>
                </a:gridCol>
                <a:gridCol w="6980016">
                  <a:extLst>
                    <a:ext uri="{9D8B030D-6E8A-4147-A177-3AD203B41FA5}">
                      <a16:colId xmlns:a16="http://schemas.microsoft.com/office/drawing/2014/main" val="2440848211"/>
                    </a:ext>
                  </a:extLst>
                </a:gridCol>
                <a:gridCol w="1172478">
                  <a:extLst>
                    <a:ext uri="{9D8B030D-6E8A-4147-A177-3AD203B41FA5}">
                      <a16:colId xmlns:a16="http://schemas.microsoft.com/office/drawing/2014/main" val="1569916402"/>
                    </a:ext>
                  </a:extLst>
                </a:gridCol>
                <a:gridCol w="1172478">
                  <a:extLst>
                    <a:ext uri="{9D8B030D-6E8A-4147-A177-3AD203B41FA5}">
                      <a16:colId xmlns:a16="http://schemas.microsoft.com/office/drawing/2014/main" val="4233119179"/>
                    </a:ext>
                  </a:extLst>
                </a:gridCol>
              </a:tblGrid>
              <a:tr h="237522">
                <a:tc>
                  <a:txBody>
                    <a:bodyPr/>
                    <a:lstStyle/>
                    <a:p>
                      <a:pPr marL="0" indent="0" algn="ctr" defTabSz="4977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ko-KR" altLang="en-US" sz="1100" b="0" kern="1100" spc="-50" baseline="0" dirty="0" err="1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Pretendard SemiBold" panose="02000703000000020004" pitchFamily="50" charset="-127"/>
                        </a:rPr>
                        <a:t>모듈명</a:t>
                      </a:r>
                      <a:endParaRPr lang="ko-KR" altLang="en-US" sz="1100" b="0" kern="11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bg1"/>
                        </a:solidFill>
                        <a:latin typeface="+mj-ea"/>
                        <a:ea typeface="+mj-ea"/>
                        <a:cs typeface="Pretendard SemiBold" panose="02000703000000020004" pitchFamily="50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77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ko-KR" altLang="en-US" sz="1100" b="0" kern="11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Pretendard SemiBold" panose="02000703000000020004" pitchFamily="50" charset="-127"/>
                        </a:rPr>
                        <a:t>주요 내용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77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ko-KR" altLang="en-US" sz="1100" b="0" kern="11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Pretendard SemiBold" panose="02000703000000020004" pitchFamily="50" charset="-127"/>
                        </a:rPr>
                        <a:t>방법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4977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ko-KR" altLang="en-US" sz="1100" b="0" kern="1100" spc="-50" baseline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chemeClr val="bg1"/>
                          </a:solidFill>
                          <a:latin typeface="+mj-ea"/>
                          <a:ea typeface="+mj-ea"/>
                          <a:cs typeface="Pretendard SemiBold" panose="02000703000000020004" pitchFamily="50" charset="-127"/>
                        </a:rPr>
                        <a:t>시간</a:t>
                      </a: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277074"/>
                  </a:ext>
                </a:extLst>
              </a:tr>
              <a:tr h="1141819">
                <a:tc>
                  <a:txBody>
                    <a:bodyPr/>
                    <a:lstStyle/>
                    <a:p>
                      <a:pPr marL="0" marR="0" lvl="0" indent="0" algn="ctr" defTabSz="497754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100" b="0" kern="11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accent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97754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100" kern="1200" spc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  <a:cs typeface="Pretendard SemiBold" panose="02000703000000020004" pitchFamily="50" charset="-127"/>
                      </a:endParaRPr>
                    </a:p>
                  </a:txBody>
                  <a:tcPr marL="72000" marR="72000" marT="36000" marB="54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497754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b="0" kern="11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54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497754" rtl="0" eaLnBrk="1" fontAlgn="ctr" latinLnBrk="0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b="0" kern="11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54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504781"/>
                  </a:ext>
                </a:extLst>
              </a:tr>
              <a:tr h="1141819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100" b="0" kern="11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accent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97754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100" spc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  <a:cs typeface="Pretendard SemiBold" panose="02000703000000020004" pitchFamily="50" charset="-127"/>
                      </a:endParaRPr>
                    </a:p>
                  </a:txBody>
                  <a:tcPr marL="72000" marR="72000" marT="36000" marB="54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97754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100" b="0" kern="11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marT="36000" marB="54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314440"/>
                  </a:ext>
                </a:extLst>
              </a:tr>
              <a:tr h="1141819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100" b="0" kern="11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accent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97754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100" spc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  <a:cs typeface="Pretendard SemiBold" panose="02000703000000020004" pitchFamily="50" charset="-127"/>
                      </a:endParaRPr>
                    </a:p>
                  </a:txBody>
                  <a:tcPr marL="72000" marR="72000" marT="36000" marB="54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97754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100" b="0" kern="11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72000" marR="72000" marT="36000" marB="54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322151"/>
                  </a:ext>
                </a:extLst>
              </a:tr>
              <a:tr h="1141819"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100" b="0" kern="11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accent2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97754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100" kern="1200" spc="0" noProof="0" dirty="0">
                        <a:ln>
                          <a:solidFill>
                            <a:srgbClr val="4DB848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Noto Sans CJK KR Bold" panose="020B0800000000000000" pitchFamily="34" charset="-127"/>
                        <a:ea typeface="Noto Sans CJK KR Bold" panose="020B0800000000000000" pitchFamily="34" charset="-127"/>
                        <a:cs typeface="Pretendard SemiBold" panose="02000703000000020004" pitchFamily="50" charset="-127"/>
                      </a:endParaRPr>
                    </a:p>
                  </a:txBody>
                  <a:tcPr marL="72000" marR="72000" marT="36000" marB="54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97754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100" b="0" kern="11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54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497754" rtl="0" eaLnBrk="1" fontAlgn="ctr" latinLnBrk="0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100" b="0" kern="1100" spc="-50" baseline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54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208387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82BE6C87-ED4D-03B8-B6E3-0C04F1C26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교육 커리큘럼</a:t>
            </a:r>
          </a:p>
        </p:txBody>
      </p:sp>
    </p:spTree>
    <p:extLst>
      <p:ext uri="{BB962C8B-B14F-4D97-AF65-F5344CB8AC3E}">
        <p14:creationId xmlns:p14="http://schemas.microsoft.com/office/powerpoint/2010/main" val="302576177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>
            <a:extLst>
              <a:ext uri="{FF2B5EF4-FFF2-40B4-BE49-F238E27FC236}">
                <a16:creationId xmlns:a16="http://schemas.microsoft.com/office/drawing/2014/main" id="{32AB373E-042F-B9CB-EAA1-D7FEA0874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[</a:t>
            </a:r>
            <a:r>
              <a:rPr lang="ko-KR" altLang="en-US" sz="2800" dirty="0"/>
              <a:t>참고</a:t>
            </a:r>
            <a:r>
              <a:rPr lang="en-US" altLang="ko-KR" sz="2800" dirty="0"/>
              <a:t>] </a:t>
            </a:r>
            <a:r>
              <a:rPr lang="ko-KR" altLang="en-US" sz="2800" dirty="0"/>
              <a:t>교육</a:t>
            </a:r>
            <a:r>
              <a:rPr lang="en-US" altLang="ko-KR" sz="2800" dirty="0"/>
              <a:t> </a:t>
            </a:r>
            <a:r>
              <a:rPr lang="ko-KR" altLang="en-US" sz="2800" dirty="0"/>
              <a:t>사진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614FD57-7D7E-3D75-B86B-DAE048AA4E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과정 단체 사진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4F978A0-47FD-1364-47C8-11456385B1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·</a:t>
            </a:r>
            <a:r>
              <a:rPr lang="ko-KR" altLang="en-US" dirty="0"/>
              <a:t>조별 토의 </a:t>
            </a:r>
            <a:r>
              <a:rPr lang="en-US" altLang="ko-KR" dirty="0"/>
              <a:t>_[</a:t>
            </a:r>
            <a:r>
              <a:rPr lang="ko-KR" altLang="en-US" dirty="0"/>
              <a:t>시나리오 </a:t>
            </a:r>
            <a:r>
              <a:rPr lang="ko-KR" altLang="en-US" dirty="0" err="1"/>
              <a:t>플래닝</a:t>
            </a:r>
            <a:r>
              <a:rPr lang="en-US" altLang="ko-KR" dirty="0"/>
              <a:t>: </a:t>
            </a:r>
            <a:r>
              <a:rPr lang="ko-KR" altLang="en-US" dirty="0"/>
              <a:t>시나리오 도출</a:t>
            </a:r>
            <a:r>
              <a:rPr lang="en-US" altLang="ko-KR" dirty="0"/>
              <a:t>]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79FF1292-A66B-9DAA-08DA-5DEECC0834B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ko-KR" altLang="en-US" dirty="0"/>
              <a:t>발표</a:t>
            </a:r>
            <a:r>
              <a:rPr lang="en-US" altLang="ko-KR" dirty="0"/>
              <a:t>(</a:t>
            </a:r>
            <a:r>
              <a:rPr lang="ko-KR" altLang="en-US" dirty="0"/>
              <a:t>갤러리워크</a:t>
            </a:r>
            <a:r>
              <a:rPr lang="en-US" altLang="ko-KR" dirty="0"/>
              <a:t>)_[</a:t>
            </a:r>
            <a:r>
              <a:rPr lang="ko-KR" altLang="en-US" dirty="0"/>
              <a:t>시나리오 </a:t>
            </a:r>
            <a:r>
              <a:rPr lang="ko-KR" altLang="en-US" dirty="0" err="1"/>
              <a:t>플래닝</a:t>
            </a:r>
            <a:r>
              <a:rPr lang="en-US" altLang="ko-KR" dirty="0"/>
              <a:t>: </a:t>
            </a:r>
            <a:r>
              <a:rPr lang="ko-KR" altLang="en-US" dirty="0"/>
              <a:t>전 과정</a:t>
            </a:r>
            <a:r>
              <a:rPr lang="en-US" altLang="ko-KR" dirty="0"/>
              <a:t>]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58328B56-24F3-AE04-5E14-3A3CDC0D7BE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·</a:t>
            </a:r>
            <a:r>
              <a:rPr lang="ko-KR" altLang="en-US" dirty="0"/>
              <a:t>조별 토의 </a:t>
            </a:r>
            <a:r>
              <a:rPr lang="en-US" altLang="ko-KR" dirty="0"/>
              <a:t>_[</a:t>
            </a:r>
            <a:r>
              <a:rPr lang="ko-KR" altLang="en-US" dirty="0"/>
              <a:t>시나리오 </a:t>
            </a:r>
            <a:r>
              <a:rPr lang="ko-KR" altLang="en-US" dirty="0" err="1"/>
              <a:t>플래닝</a:t>
            </a:r>
            <a:r>
              <a:rPr lang="en-US" altLang="ko-KR" dirty="0"/>
              <a:t>: </a:t>
            </a:r>
            <a:r>
              <a:rPr lang="ko-KR" altLang="en-US" dirty="0"/>
              <a:t>핵심 영향요인 도출</a:t>
            </a:r>
            <a:r>
              <a:rPr lang="en-US" altLang="ko-KR" dirty="0"/>
              <a:t>]</a:t>
            </a:r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97D1DFA4-B480-942A-FBF5-420A245891F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altLang="ko-KR" dirty="0"/>
              <a:t>Activity_[</a:t>
            </a:r>
            <a:r>
              <a:rPr lang="ko-KR" altLang="en-US" dirty="0"/>
              <a:t>강 건너기</a:t>
            </a:r>
            <a:r>
              <a:rPr lang="en-US" altLang="ko-KR" dirty="0"/>
              <a:t>: </a:t>
            </a:r>
            <a:r>
              <a:rPr lang="ko-KR" altLang="en-US" dirty="0"/>
              <a:t>부서간 공감</a:t>
            </a:r>
            <a:r>
              <a:rPr lang="en-US" altLang="ko-KR" dirty="0"/>
              <a:t>, </a:t>
            </a:r>
            <a:r>
              <a:rPr lang="ko-KR" altLang="en-US" dirty="0"/>
              <a:t>협력</a:t>
            </a:r>
            <a:r>
              <a:rPr lang="en-US" altLang="ko-KR" dirty="0"/>
              <a:t>, </a:t>
            </a:r>
            <a:r>
              <a:rPr lang="ko-KR" altLang="en-US" dirty="0" err="1"/>
              <a:t>쉐어</a:t>
            </a:r>
            <a:r>
              <a:rPr lang="en-US" altLang="ko-KR" dirty="0"/>
              <a:t>]</a:t>
            </a:r>
          </a:p>
        </p:txBody>
      </p:sp>
      <p:pic>
        <p:nvPicPr>
          <p:cNvPr id="55" name="내용 개체 틀 54" descr="의류, 사람, 그룹, 사람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4AF385-33C5-FBDE-26B5-9F69EE69050A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573983" y="1782763"/>
            <a:ext cx="3403396" cy="1916112"/>
          </a:xfrm>
        </p:spPr>
      </p:pic>
      <p:pic>
        <p:nvPicPr>
          <p:cNvPr id="53" name="내용 개체 틀 52" descr="실내, 의류, 의자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CBB722-4902-89F8-1BB0-60037319AD1A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3"/>
          <a:srcRect t="15995" r="15955" b="6395"/>
          <a:stretch>
            <a:fillRect/>
          </a:stretch>
        </p:blipFill>
        <p:spPr>
          <a:xfrm>
            <a:off x="8233671" y="4268788"/>
            <a:ext cx="3403396" cy="1916112"/>
          </a:xfrm>
        </p:spPr>
      </p:pic>
      <p:sp>
        <p:nvSpPr>
          <p:cNvPr id="35" name="텍스트 개체 틀 34">
            <a:extLst>
              <a:ext uri="{FF2B5EF4-FFF2-40B4-BE49-F238E27FC236}">
                <a16:creationId xmlns:a16="http://schemas.microsoft.com/office/drawing/2014/main" id="{64B9F22F-04E4-7B0D-171F-0851F4D571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·</a:t>
            </a:r>
            <a:r>
              <a:rPr lang="ko-KR" altLang="en-US" dirty="0"/>
              <a:t>조별 토의</a:t>
            </a:r>
            <a:r>
              <a:rPr lang="en-US" altLang="ko-KR" dirty="0"/>
              <a:t>_[</a:t>
            </a:r>
            <a:r>
              <a:rPr lang="ko-KR" altLang="en-US" dirty="0"/>
              <a:t>우리 조직의 내</a:t>
            </a:r>
            <a:r>
              <a:rPr lang="en-US" altLang="ko-KR" dirty="0"/>
              <a:t>/</a:t>
            </a:r>
            <a:r>
              <a:rPr lang="ko-KR" altLang="en-US" dirty="0"/>
              <a:t>외부 경영이슈 도출</a:t>
            </a:r>
            <a:r>
              <a:rPr lang="en-US" altLang="ko-KR" dirty="0"/>
              <a:t>]</a:t>
            </a:r>
          </a:p>
        </p:txBody>
      </p:sp>
      <p:pic>
        <p:nvPicPr>
          <p:cNvPr id="40" name="내용 개체 틀 24" descr="의류, 사람, 인간의 얼굴, 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3E1852-18AB-90C4-3DD0-84DFF0EA12B7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4"/>
          <a:srcRect l="5" r="8635" b="8641"/>
          <a:stretch>
            <a:fillRect/>
          </a:stretch>
        </p:blipFill>
        <p:spPr>
          <a:xfrm>
            <a:off x="4403808" y="1782763"/>
            <a:ext cx="3403433" cy="1916112"/>
          </a:xfrm>
        </p:spPr>
      </p:pic>
      <p:pic>
        <p:nvPicPr>
          <p:cNvPr id="44" name="내용 개체 틀 28" descr="의류, 사람, 테이블, 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79BF5B-0104-FF55-C2F3-20AB69822C61}"/>
              </a:ext>
            </a:extLst>
          </p:cNvPr>
          <p:cNvPicPr>
            <a:picLocks noGrp="1" noChangeAspect="1"/>
          </p:cNvPicPr>
          <p:nvPr>
            <p:ph sz="quarter" idx="20"/>
          </p:nvPr>
        </p:nvPicPr>
        <p:blipFill>
          <a:blip r:embed="rId5"/>
          <a:srcRect l="-1" t="16" r="8652" b="15140"/>
          <a:stretch>
            <a:fillRect/>
          </a:stretch>
        </p:blipFill>
        <p:spPr>
          <a:xfrm>
            <a:off x="8129588" y="1796561"/>
            <a:ext cx="3611562" cy="1888516"/>
          </a:xfrm>
        </p:spPr>
      </p:pic>
      <p:pic>
        <p:nvPicPr>
          <p:cNvPr id="47" name="내용 개체 틀 30" descr="의류, 사람, 배우기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46FF60-5DC7-8A31-83BF-DF7ABEF5111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6"/>
          <a:stretch>
            <a:fillRect/>
          </a:stretch>
        </p:blipFill>
        <p:spPr>
          <a:xfrm>
            <a:off x="573983" y="4268788"/>
            <a:ext cx="3403396" cy="1916112"/>
          </a:xfrm>
        </p:spPr>
      </p:pic>
      <p:pic>
        <p:nvPicPr>
          <p:cNvPr id="51" name="내용 개체 틀 50" descr="의류, 사람, 텍스트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B9B246-6CA7-2D1C-FE93-B27ABDD5E526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7"/>
          <a:srcRect l="11006" t="11800" r="8614" b="10777"/>
          <a:stretch>
            <a:fillRect/>
          </a:stretch>
        </p:blipFill>
        <p:spPr>
          <a:xfrm>
            <a:off x="4403827" y="4268788"/>
            <a:ext cx="3403396" cy="1916112"/>
          </a:xfr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B5DCDDD-4A95-CC05-41B8-F2D6AD7E74EC}"/>
              </a:ext>
            </a:extLst>
          </p:cNvPr>
          <p:cNvSpPr/>
          <p:nvPr/>
        </p:nvSpPr>
        <p:spPr bwMode="auto">
          <a:xfrm>
            <a:off x="5257800" y="50914"/>
            <a:ext cx="1819469" cy="819124"/>
          </a:xfrm>
          <a:prstGeom prst="rect">
            <a:avLst/>
          </a:prstGeom>
          <a:solidFill>
            <a:schemeClr val="bg2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36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ea"/>
                <a:ea typeface="+mj-ea"/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158723321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005F9-40BA-E7E9-A3E8-75CEDF20D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텍스트 개체 틀 34">
            <a:extLst>
              <a:ext uri="{FF2B5EF4-FFF2-40B4-BE49-F238E27FC236}">
                <a16:creationId xmlns:a16="http://schemas.microsoft.com/office/drawing/2014/main" id="{B4122B98-C78A-2B6E-F877-4F4977858F0F}"/>
              </a:ext>
            </a:extLst>
          </p:cNvPr>
          <p:cNvSpPr txBox="1">
            <a:spLocks/>
          </p:cNvSpPr>
          <p:nvPr/>
        </p:nvSpPr>
        <p:spPr>
          <a:xfrm>
            <a:off x="2207938" y="1620739"/>
            <a:ext cx="2880000" cy="200761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108000" indent="-108000" algn="l" defTabSz="914400" rtl="0" eaLnBrk="1" latinLnBrk="0" hangingPunct="1">
              <a:lnSpc>
                <a:spcPct val="13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lang="ko-KR" altLang="en-US" sz="900" kern="1200" spc="-8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Variable Light" panose="00000500000000000000" pitchFamily="2" charset="-127"/>
                <a:ea typeface="Pretendard Variable Light" panose="00000500000000000000" pitchFamily="2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연세대 교육학과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(82.3~86.2),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석사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(HRD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전공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-’90.9~’95.2)</a:t>
            </a:r>
          </a:p>
        </p:txBody>
      </p:sp>
      <p:sp>
        <p:nvSpPr>
          <p:cNvPr id="34" name="텍스트 개체 틀 33">
            <a:extLst>
              <a:ext uri="{FF2B5EF4-FFF2-40B4-BE49-F238E27FC236}">
                <a16:creationId xmlns:a16="http://schemas.microsoft.com/office/drawing/2014/main" id="{F79C7148-6EFF-9F52-2792-C1D01E65B7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6913" y="3600000"/>
            <a:ext cx="1258887" cy="207262"/>
          </a:xfrm>
        </p:spPr>
        <p:txBody>
          <a:bodyPr/>
          <a:lstStyle/>
          <a:p>
            <a:r>
              <a:rPr lang="ko-KR" altLang="en-US"/>
              <a:t>파트너 강사</a:t>
            </a:r>
            <a:endParaRPr lang="ko-KR" altLang="en-US" dirty="0"/>
          </a:p>
        </p:txBody>
      </p:sp>
      <p:sp>
        <p:nvSpPr>
          <p:cNvPr id="35" name="텍스트 개체 틀 34">
            <a:extLst>
              <a:ext uri="{FF2B5EF4-FFF2-40B4-BE49-F238E27FC236}">
                <a16:creationId xmlns:a16="http://schemas.microsoft.com/office/drawing/2014/main" id="{011B9000-2A77-1C13-DA12-B75F479EF7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913" y="3276000"/>
            <a:ext cx="1258887" cy="297345"/>
          </a:xfrm>
        </p:spPr>
        <p:txBody>
          <a:bodyPr/>
          <a:lstStyle/>
          <a:p>
            <a:r>
              <a:rPr lang="ko-KR" altLang="en-US"/>
              <a:t>최광식</a:t>
            </a:r>
            <a:endParaRPr lang="ko-KR" altLang="en-US" dirty="0"/>
          </a:p>
        </p:txBody>
      </p:sp>
      <p:sp>
        <p:nvSpPr>
          <p:cNvPr id="6" name="텍스트 개체 틀 34">
            <a:extLst>
              <a:ext uri="{FF2B5EF4-FFF2-40B4-BE49-F238E27FC236}">
                <a16:creationId xmlns:a16="http://schemas.microsoft.com/office/drawing/2014/main" id="{904E37F5-5A76-09B1-C715-0DB8DE4001E9}"/>
              </a:ext>
            </a:extLst>
          </p:cNvPr>
          <p:cNvSpPr txBox="1">
            <a:spLocks/>
          </p:cNvSpPr>
          <p:nvPr/>
        </p:nvSpPr>
        <p:spPr>
          <a:xfrm>
            <a:off x="5418932" y="1620739"/>
            <a:ext cx="2873375" cy="1426481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108000" indent="-108000" algn="l" defTabSz="914400" rtl="0" eaLnBrk="1" latinLnBrk="0" hangingPunct="1">
              <a:lnSpc>
                <a:spcPct val="13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lang="ko-KR" altLang="en-US" sz="900" kern="1200" spc="-8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Variable Light" panose="00000500000000000000" pitchFamily="2" charset="-127"/>
                <a:ea typeface="Pretendard Variable Light" panose="00000500000000000000" pitchFamily="2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셀프리더십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/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조직활성화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/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핵심가치</a:t>
            </a:r>
          </a:p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액션러닝 및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Work-out,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기획력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/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정보관리</a:t>
            </a:r>
          </a:p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과장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/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대리 리더십 과정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비전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/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변화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/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위기관리</a:t>
            </a:r>
          </a:p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프리젠테이션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/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사내강사과정</a:t>
            </a:r>
          </a:p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성과관리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/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팀장 리더십과정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문제해결 의사결정과정</a:t>
            </a:r>
          </a:p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멘토링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코칭 리더십과정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커뮤니케이션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/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갈등관리과정</a:t>
            </a:r>
          </a:p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HRD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분야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EFC0526-FC9A-1B8F-F672-B82AEAD9F868}"/>
              </a:ext>
            </a:extLst>
          </p:cNvPr>
          <p:cNvSpPr/>
          <p:nvPr/>
        </p:nvSpPr>
        <p:spPr>
          <a:xfrm flipH="1">
            <a:off x="2207938" y="1336067"/>
            <a:ext cx="2880000" cy="180000"/>
          </a:xfrm>
          <a:prstGeom prst="roundRect">
            <a:avLst>
              <a:gd name="adj" fmla="val 50000"/>
            </a:avLst>
          </a:prstGeom>
          <a:solidFill>
            <a:srgbClr val="D8DE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42437">
                    <a:lumMod val="95000"/>
                    <a:lumOff val="5000"/>
                  </a:srgbClr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  <a:cs typeface="Pretendard Variable SemiBold" panose="02000003000000020004" pitchFamily="2" charset="-127"/>
              </a:rPr>
              <a:t>학력</a:t>
            </a:r>
          </a:p>
        </p:txBody>
      </p:sp>
      <p:sp>
        <p:nvSpPr>
          <p:cNvPr id="8" name="텍스트 개체 틀 34">
            <a:extLst>
              <a:ext uri="{FF2B5EF4-FFF2-40B4-BE49-F238E27FC236}">
                <a16:creationId xmlns:a16="http://schemas.microsoft.com/office/drawing/2014/main" id="{C8B10317-CF78-1873-F242-5CBF5E472436}"/>
              </a:ext>
            </a:extLst>
          </p:cNvPr>
          <p:cNvSpPr txBox="1">
            <a:spLocks/>
          </p:cNvSpPr>
          <p:nvPr/>
        </p:nvSpPr>
        <p:spPr>
          <a:xfrm>
            <a:off x="8616675" y="1620739"/>
            <a:ext cx="2880000" cy="3958263"/>
          </a:xfrm>
          <a:prstGeom prst="rect">
            <a:avLst/>
          </a:prstGeom>
        </p:spPr>
        <p:txBody>
          <a:bodyPr wrap="square" lIns="0" tIns="0" rIns="0">
            <a:spAutoFit/>
          </a:bodyPr>
          <a:lstStyle>
            <a:lvl1pPr marL="108000" indent="-108000" algn="l" defTabSz="914400" rtl="0" eaLnBrk="1" latinLnBrk="0" hangingPunct="1">
              <a:lnSpc>
                <a:spcPct val="13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lang="ko-KR" altLang="en-US" sz="900" kern="1200" spc="-8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Variable Light" panose="00000500000000000000" pitchFamily="2" charset="-127"/>
                <a:ea typeface="Pretendard Variable Light" panose="00000500000000000000" pitchFamily="2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‘‘14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일학습병행제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현장 교사 양성 프로그램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facilitator</a:t>
            </a:r>
          </a:p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‘12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두산전자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성과관리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PCP(Performance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Coach Program)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과정 </a:t>
            </a:r>
            <a:b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</a:b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    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개발</a:t>
            </a:r>
            <a:b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</a:b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    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하이트진로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맏형리더십 과정 개발</a:t>
            </a:r>
            <a:b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</a:b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    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연세대 원주캠퍼스 산학협력 프로젝트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(LINC)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자문 컨설턴트</a:t>
            </a:r>
            <a:endParaRPr kumimoji="0" lang="en-US" altLang="ko-KR" sz="900" b="0" i="0" u="none" strike="noStrike" kern="1200" cap="none" spc="-50" normalizeH="0" baseline="0" noProof="0" dirty="0">
              <a:ln>
                <a:noFill/>
              </a:ln>
              <a:solidFill>
                <a:srgbClr val="242437"/>
              </a:solidFill>
              <a:effectLst/>
              <a:uLnTx/>
              <a:uFillTx/>
              <a:latin typeface="Noto Sans CJK KR DemiLight" panose="020B0400000000000000" pitchFamily="34" charset="-127"/>
              <a:ea typeface="Noto Sans CJK KR DemiLight" panose="020B0400000000000000" pitchFamily="34" charset="-127"/>
              <a:cs typeface="+mn-cs"/>
            </a:endParaRPr>
          </a:p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’11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대우조선해양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수처작주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(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주인정신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)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리더십 프로그램 개발</a:t>
            </a:r>
            <a:b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</a:b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    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데상트코리아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핵심가치 중 행동지표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(Typical action)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개발 외</a:t>
            </a:r>
            <a:endParaRPr kumimoji="0" lang="en-US" altLang="ko-KR" sz="900" b="0" i="0" u="none" strike="noStrike" kern="1200" cap="none" spc="-50" normalizeH="0" baseline="0" noProof="0" dirty="0">
              <a:ln>
                <a:noFill/>
              </a:ln>
              <a:solidFill>
                <a:srgbClr val="242437"/>
              </a:solidFill>
              <a:effectLst/>
              <a:uLnTx/>
              <a:uFillTx/>
              <a:latin typeface="Noto Sans CJK KR DemiLight" panose="020B0400000000000000" pitchFamily="34" charset="-127"/>
              <a:ea typeface="Noto Sans CJK KR DemiLight" panose="020B0400000000000000" pitchFamily="34" charset="-127"/>
              <a:cs typeface="+mn-cs"/>
            </a:endParaRPr>
          </a:p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‘1 0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장안대학 행정보직자 역량강화프로그램 개발</a:t>
            </a:r>
            <a:b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</a:b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    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한라공조 사내교수 직무교육과정개발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Facilitating</a:t>
            </a:r>
          </a:p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‘09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대우조선해양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보임자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위기극복리더십과정개발</a:t>
            </a:r>
            <a:b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</a:b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     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롯데백화점 영업팀장 리더십과정 개발</a:t>
            </a:r>
            <a:endParaRPr kumimoji="0" lang="en-US" altLang="ko-KR" sz="900" b="0" i="0" u="none" strike="noStrike" kern="1200" cap="none" spc="-50" normalizeH="0" baseline="0" noProof="0" dirty="0">
              <a:ln>
                <a:noFill/>
              </a:ln>
              <a:solidFill>
                <a:srgbClr val="242437"/>
              </a:solidFill>
              <a:effectLst/>
              <a:uLnTx/>
              <a:uFillTx/>
              <a:latin typeface="Noto Sans CJK KR DemiLight" panose="020B0400000000000000" pitchFamily="34" charset="-127"/>
              <a:ea typeface="Noto Sans CJK KR DemiLight" panose="020B0400000000000000" pitchFamily="34" charset="-127"/>
              <a:cs typeface="+mn-cs"/>
            </a:endParaRPr>
          </a:p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‘07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현대기아자동차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리더십역량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(T-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의사결정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)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교육과정 개발</a:t>
            </a:r>
            <a:b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</a:b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      KMH/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한국공간정보통신 인재육성시스템 구축 프로젝트</a:t>
            </a:r>
            <a:b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</a:b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     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한국인삼공사 직무역량모델링 및 교육체계수립 구축 프로젝트</a:t>
            </a:r>
            <a:endParaRPr kumimoji="0" lang="en-US" altLang="ko-KR" sz="900" b="0" i="0" u="none" strike="noStrike" kern="1200" cap="none" spc="-50" normalizeH="0" baseline="0" noProof="0" dirty="0">
              <a:ln>
                <a:noFill/>
              </a:ln>
              <a:solidFill>
                <a:srgbClr val="242437"/>
              </a:solidFill>
              <a:effectLst/>
              <a:uLnTx/>
              <a:uFillTx/>
              <a:latin typeface="Noto Sans CJK KR DemiLight" panose="020B0400000000000000" pitchFamily="34" charset="-127"/>
              <a:ea typeface="Noto Sans CJK KR DemiLight" panose="020B0400000000000000" pitchFamily="34" charset="-127"/>
              <a:cs typeface="+mn-cs"/>
            </a:endParaRPr>
          </a:p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‘06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정보통신공무원교육원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직무역량기반의 교육과정 개발 </a:t>
            </a:r>
            <a:b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</a:b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      facilitating</a:t>
            </a:r>
            <a:b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</a:b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     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병무청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역량기반의 교육체계수립 및 과정개발 프로젝트 수행 </a:t>
            </a:r>
            <a:b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</a:b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      &amp;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액션러닝 과정개발</a:t>
            </a:r>
            <a:endParaRPr kumimoji="0" lang="en-US" altLang="ko-KR" sz="900" b="0" i="0" u="none" strike="noStrike" kern="1200" cap="none" spc="-50" normalizeH="0" baseline="0" noProof="0" dirty="0">
              <a:ln>
                <a:noFill/>
              </a:ln>
              <a:solidFill>
                <a:srgbClr val="242437"/>
              </a:solidFill>
              <a:effectLst/>
              <a:uLnTx/>
              <a:uFillTx/>
              <a:latin typeface="Noto Sans CJK KR DemiLight" panose="020B0400000000000000" pitchFamily="34" charset="-127"/>
              <a:ea typeface="Noto Sans CJK KR DemiLight" panose="020B0400000000000000" pitchFamily="34" charset="-127"/>
              <a:cs typeface="+mn-cs"/>
            </a:endParaRPr>
          </a:p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‘05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국내 최초 웹 기반 성과관리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(</a:t>
            </a:r>
            <a:r>
              <a:rPr kumimoji="0" lang="en-US" altLang="ko-KR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TBL;Task-Based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Learning)</a:t>
            </a:r>
            <a:b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</a:b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       Tool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개발 외</a:t>
            </a:r>
          </a:p>
        </p:txBody>
      </p:sp>
      <p:sp>
        <p:nvSpPr>
          <p:cNvPr id="3" name="텍스트 개체 틀 34">
            <a:extLst>
              <a:ext uri="{FF2B5EF4-FFF2-40B4-BE49-F238E27FC236}">
                <a16:creationId xmlns:a16="http://schemas.microsoft.com/office/drawing/2014/main" id="{C8A503E3-E8D7-CDCA-8C62-8DB167A2B418}"/>
              </a:ext>
            </a:extLst>
          </p:cNvPr>
          <p:cNvSpPr txBox="1">
            <a:spLocks/>
          </p:cNvSpPr>
          <p:nvPr/>
        </p:nvSpPr>
        <p:spPr>
          <a:xfrm>
            <a:off x="2207938" y="2342130"/>
            <a:ext cx="2880000" cy="1388329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108000" indent="-108000" algn="l" defTabSz="914400" rtl="0" eaLnBrk="1" latinLnBrk="0" hangingPunct="1">
              <a:lnSpc>
                <a:spcPct val="13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lang="ko-KR" altLang="en-US" sz="900" kern="1200" spc="-8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Variable Light" panose="00000500000000000000" pitchFamily="2" charset="-127"/>
                <a:ea typeface="Pretendard Variable Light" panose="00000500000000000000" pitchFamily="2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현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) ㈜CLiCK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컨설팅 파트너 강사</a:t>
            </a:r>
          </a:p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현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)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성과코칭연구소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소장</a:t>
            </a:r>
          </a:p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엑스퍼트컨설팅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솔루션개발센터 본부장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(’05.4~’06.8) </a:t>
            </a:r>
          </a:p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파고다 외국어학원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(’96.5~’03.8)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기획이사</a:t>
            </a:r>
          </a:p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EDS(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엑스퍼트컨설팅의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전신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)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교육프로그램개발팀장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(’95.5~’96’3)</a:t>
            </a:r>
          </a:p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쥬리아화장품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동부건설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HRD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담당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(’87.4~95.5)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14600AD-E526-98A6-79E4-409400AFC869}"/>
              </a:ext>
            </a:extLst>
          </p:cNvPr>
          <p:cNvSpPr/>
          <p:nvPr/>
        </p:nvSpPr>
        <p:spPr>
          <a:xfrm flipH="1">
            <a:off x="2207938" y="2057458"/>
            <a:ext cx="2880000" cy="180000"/>
          </a:xfrm>
          <a:prstGeom prst="roundRect">
            <a:avLst>
              <a:gd name="adj" fmla="val 50000"/>
            </a:avLst>
          </a:prstGeom>
          <a:solidFill>
            <a:srgbClr val="D8DE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42437">
                    <a:lumMod val="95000"/>
                    <a:lumOff val="5000"/>
                  </a:srgbClr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  <a:cs typeface="Pretendard Variable SemiBold" panose="02000003000000020004" pitchFamily="2" charset="-127"/>
              </a:rPr>
              <a:t>경력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032476C-3D7E-9D12-5856-10956B3D5776}"/>
              </a:ext>
            </a:extLst>
          </p:cNvPr>
          <p:cNvSpPr/>
          <p:nvPr/>
        </p:nvSpPr>
        <p:spPr>
          <a:xfrm flipH="1">
            <a:off x="5412307" y="1336067"/>
            <a:ext cx="2880000" cy="180000"/>
          </a:xfrm>
          <a:prstGeom prst="roundRect">
            <a:avLst>
              <a:gd name="adj" fmla="val 50000"/>
            </a:avLst>
          </a:prstGeom>
          <a:solidFill>
            <a:srgbClr val="D8DE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42437">
                    <a:lumMod val="95000"/>
                    <a:lumOff val="5000"/>
                  </a:srgbClr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  <a:cs typeface="Pretendard Variable SemiBold" panose="02000003000000020004" pitchFamily="2" charset="-127"/>
              </a:rPr>
              <a:t>강의분야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ADA48A2-183D-C8D6-921D-1478A3EAE5F6}"/>
              </a:ext>
            </a:extLst>
          </p:cNvPr>
          <p:cNvSpPr/>
          <p:nvPr/>
        </p:nvSpPr>
        <p:spPr>
          <a:xfrm flipH="1">
            <a:off x="8616675" y="1336067"/>
            <a:ext cx="2880000" cy="180000"/>
          </a:xfrm>
          <a:prstGeom prst="roundRect">
            <a:avLst>
              <a:gd name="adj" fmla="val 50000"/>
            </a:avLst>
          </a:prstGeom>
          <a:solidFill>
            <a:srgbClr val="D8DE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42437">
                    <a:lumMod val="95000"/>
                    <a:lumOff val="5000"/>
                  </a:srgbClr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  <a:cs typeface="Pretendard Variable SemiBold" panose="02000003000000020004" pitchFamily="2" charset="-127"/>
              </a:rPr>
              <a:t>과정개발</a:t>
            </a:r>
          </a:p>
        </p:txBody>
      </p:sp>
      <p:sp>
        <p:nvSpPr>
          <p:cNvPr id="5" name="텍스트 개체 틀 34">
            <a:extLst>
              <a:ext uri="{FF2B5EF4-FFF2-40B4-BE49-F238E27FC236}">
                <a16:creationId xmlns:a16="http://schemas.microsoft.com/office/drawing/2014/main" id="{05A703D4-930E-C489-9E28-612A0049ED01}"/>
              </a:ext>
            </a:extLst>
          </p:cNvPr>
          <p:cNvSpPr txBox="1">
            <a:spLocks/>
          </p:cNvSpPr>
          <p:nvPr/>
        </p:nvSpPr>
        <p:spPr>
          <a:xfrm>
            <a:off x="5418932" y="3577095"/>
            <a:ext cx="2873375" cy="2564035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108000" indent="-108000" algn="l" defTabSz="914400" rtl="0" eaLnBrk="1" latinLnBrk="0" hangingPunct="1">
              <a:lnSpc>
                <a:spcPct val="13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lang="ko-KR" altLang="en-US" sz="900" kern="1200" spc="-8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Variable Light" panose="00000500000000000000" pitchFamily="2" charset="-127"/>
                <a:ea typeface="Pretendard Variable Light" panose="00000500000000000000" pitchFamily="2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000" marR="0" lvl="0" indent="-108000" algn="l" defTabSz="914400" rtl="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>
                <a:tab pos="228600" algn="l"/>
              </a:tabLst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기업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</a:t>
            </a:r>
            <a:b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</a:b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국제협력단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한전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KDN,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대우조선해양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국가보안기술연구소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한화증권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KEB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하나은행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풍림산업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SK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기술연구소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베스킨라빈스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현대캐피털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/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카드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한국엔지니어링플라스틱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동아제약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신도리코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분당서울대병원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삼성테크윈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아시아나항공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STX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조선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삼성전자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(MLA),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현대기아자동차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한화증권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넥센타이어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대웅제약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애경그룹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대상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삼성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SDS,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가톨릭의료원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대우조선해양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한화석유화학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롯데쇼핑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현대해상연수원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인하대병원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SK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기술연구소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SC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제일은행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종근당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 err="1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대한모터스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 등</a:t>
            </a:r>
          </a:p>
          <a:p>
            <a:pPr marL="108000" marR="0" lvl="0" indent="-108000" algn="l" defTabSz="914400" rtl="0" eaLnBrk="1" fontAlgn="base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>
                <a:tab pos="228600" algn="l"/>
              </a:tabLst>
              <a:defRPr/>
            </a:pP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관공서</a:t>
            </a:r>
            <a:b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</a:b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건설교통부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대한주택보증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근로복지공단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국민건강보험공단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서부발전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충남공무원교육원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한국원자력연구원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한국석유공사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대검찰청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부산시공무원교육원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KT,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한전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한국인삼공사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b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</a:b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한국자산관리공사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한전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KDN,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교육과학기술부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해양경찰청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정보통신부공무원교육원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한국도로공사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, 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중앙공무원교육원 등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C221436-827F-FA65-29BC-A0E5167DB635}"/>
              </a:ext>
            </a:extLst>
          </p:cNvPr>
          <p:cNvSpPr/>
          <p:nvPr/>
        </p:nvSpPr>
        <p:spPr>
          <a:xfrm flipH="1">
            <a:off x="5412307" y="3292423"/>
            <a:ext cx="2880000" cy="180000"/>
          </a:xfrm>
          <a:prstGeom prst="roundRect">
            <a:avLst>
              <a:gd name="adj" fmla="val 50000"/>
            </a:avLst>
          </a:prstGeom>
          <a:solidFill>
            <a:srgbClr val="D8DE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42437">
                    <a:lumMod val="95000"/>
                    <a:lumOff val="5000"/>
                  </a:srgbClr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  <a:cs typeface="Pretendard Variable SemiBold" panose="02000003000000020004" pitchFamily="2" charset="-127"/>
              </a:rPr>
              <a:t>출강업체</a:t>
            </a:r>
          </a:p>
        </p:txBody>
      </p:sp>
      <p:sp>
        <p:nvSpPr>
          <p:cNvPr id="10" name="모서리가 둥근 직사각형 76">
            <a:extLst>
              <a:ext uri="{FF2B5EF4-FFF2-40B4-BE49-F238E27FC236}">
                <a16:creationId xmlns:a16="http://schemas.microsoft.com/office/drawing/2014/main" id="{1EC9462B-E569-32B7-BA41-FC2A883C80DB}"/>
              </a:ext>
            </a:extLst>
          </p:cNvPr>
          <p:cNvSpPr/>
          <p:nvPr/>
        </p:nvSpPr>
        <p:spPr>
          <a:xfrm>
            <a:off x="695325" y="1336067"/>
            <a:ext cx="1260475" cy="1790514"/>
          </a:xfrm>
          <a:prstGeom prst="roundRect">
            <a:avLst>
              <a:gd name="adj" fmla="val 9547"/>
            </a:avLst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-80" normalizeH="0" baseline="0" noProof="0" dirty="0">
              <a:ln>
                <a:solidFill>
                  <a:srgbClr val="4DB848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Noto Sans CJK KR Bold" panose="020B0800000000000000" pitchFamily="34" charset="-127"/>
              <a:ea typeface="Noto Sans CJK KR Bold" panose="020B0800000000000000" pitchFamily="34" charset="-127"/>
              <a:cs typeface="+mn-cs"/>
            </a:endParaRPr>
          </a:p>
        </p:txBody>
      </p:sp>
      <p:sp>
        <p:nvSpPr>
          <p:cNvPr id="12" name="텍스트 개체 틀 34">
            <a:extLst>
              <a:ext uri="{FF2B5EF4-FFF2-40B4-BE49-F238E27FC236}">
                <a16:creationId xmlns:a16="http://schemas.microsoft.com/office/drawing/2014/main" id="{23D81C9B-59D8-7724-EF76-B550FBA32E5A}"/>
              </a:ext>
            </a:extLst>
          </p:cNvPr>
          <p:cNvSpPr txBox="1">
            <a:spLocks/>
          </p:cNvSpPr>
          <p:nvPr/>
        </p:nvSpPr>
        <p:spPr>
          <a:xfrm>
            <a:off x="2207938" y="4419277"/>
            <a:ext cx="2880000" cy="364652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108000" indent="-108000" algn="l" defTabSz="914400" rtl="0" eaLnBrk="1" latinLnBrk="0" hangingPunct="1">
              <a:lnSpc>
                <a:spcPct val="130000"/>
              </a:lnSpc>
              <a:spcBef>
                <a:spcPts val="400"/>
              </a:spcBef>
              <a:buFont typeface="Wingdings" panose="05000000000000000000" pitchFamily="2" charset="2"/>
              <a:buChar char="§"/>
              <a:defRPr lang="ko-KR" altLang="en-US" sz="900" kern="1200" spc="-8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Variable Light" panose="00000500000000000000" pitchFamily="2" charset="-127"/>
                <a:ea typeface="Pretendard Variable Light" panose="00000500000000000000" pitchFamily="2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8000" marR="0" lvl="0" indent="-108000" algn="l" defTabSz="914400" rtl="0" eaLnBrk="1" fontAlgn="auto" latinLnBrk="0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1E1C11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BMW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코리아 지점장 </a:t>
            </a: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ICT</a:t>
            </a:r>
            <a:b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</a:br>
            <a:r>
              <a:rPr kumimoji="0" lang="en-US" altLang="ko-KR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Start-up, ICT Foundation</a:t>
            </a:r>
            <a:r>
              <a:rPr kumimoji="0" lang="ko-KR" altLang="en-US" sz="900" b="0" i="0" u="none" strike="noStrike" kern="1200" cap="none" spc="-5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과정</a:t>
            </a:r>
            <a:endParaRPr kumimoji="0" lang="en-US" altLang="ko-KR" sz="900" b="0" i="0" u="none" strike="noStrike" kern="1200" cap="none" spc="-50" normalizeH="0" baseline="0" noProof="0" dirty="0">
              <a:ln>
                <a:noFill/>
              </a:ln>
              <a:solidFill>
                <a:srgbClr val="242437"/>
              </a:solidFill>
              <a:effectLst/>
              <a:uLnTx/>
              <a:uFillTx/>
              <a:latin typeface="Noto Sans CJK KR DemiLight" panose="020B0400000000000000" pitchFamily="34" charset="-127"/>
              <a:ea typeface="Noto Sans CJK KR DemiLight" panose="020B0400000000000000" pitchFamily="34" charset="-127"/>
              <a:cs typeface="+mn-cs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D89FB2D-C21F-FEF3-F5D6-8797B3C2DDD0}"/>
              </a:ext>
            </a:extLst>
          </p:cNvPr>
          <p:cNvSpPr/>
          <p:nvPr/>
        </p:nvSpPr>
        <p:spPr>
          <a:xfrm flipH="1">
            <a:off x="2207938" y="4134605"/>
            <a:ext cx="2880000" cy="180000"/>
          </a:xfrm>
          <a:prstGeom prst="roundRect">
            <a:avLst>
              <a:gd name="adj" fmla="val 50000"/>
            </a:avLst>
          </a:prstGeom>
          <a:solidFill>
            <a:srgbClr val="D8DE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42437">
                    <a:lumMod val="95000"/>
                    <a:lumOff val="5000"/>
                  </a:srgbClr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  <a:cs typeface="Pretendard Variable SemiBold" panose="02000003000000020004" pitchFamily="2" charset="-127"/>
              </a:rPr>
              <a:t>강의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FC21269-1BBF-3101-8485-3B75E4FC2098}"/>
              </a:ext>
            </a:extLst>
          </p:cNvPr>
          <p:cNvSpPr txBox="1">
            <a:spLocks/>
          </p:cNvSpPr>
          <p:nvPr/>
        </p:nvSpPr>
        <p:spPr>
          <a:xfrm>
            <a:off x="358301" y="294496"/>
            <a:ext cx="11271168" cy="5755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Bold"/>
                <a:cs typeface="+mj-cs"/>
              </a:rPr>
              <a:t>[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Bold"/>
                <a:cs typeface="+mj-cs"/>
              </a:rPr>
              <a:t>참고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Bold"/>
                <a:cs typeface="+mj-cs"/>
              </a:rPr>
              <a:t>]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Bold"/>
                <a:cs typeface="+mj-cs"/>
              </a:rPr>
              <a:t>강사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Bold"/>
                <a:cs typeface="+mj-cs"/>
              </a:rPr>
              <a:t>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42437"/>
                </a:solidFill>
                <a:effectLst/>
                <a:uLnTx/>
                <a:uFillTx/>
                <a:latin typeface="Georgia"/>
                <a:ea typeface="Noto Sans CJK KR Bold"/>
                <a:cs typeface="+mj-cs"/>
              </a:rPr>
              <a:t>프로필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9ABDA15-0AC5-4F0A-8A02-C63A40F73671}"/>
              </a:ext>
            </a:extLst>
          </p:cNvPr>
          <p:cNvSpPr/>
          <p:nvPr/>
        </p:nvSpPr>
        <p:spPr bwMode="auto">
          <a:xfrm>
            <a:off x="5257800" y="50914"/>
            <a:ext cx="1819469" cy="819124"/>
          </a:xfrm>
          <a:prstGeom prst="rect">
            <a:avLst/>
          </a:prstGeom>
          <a:solidFill>
            <a:schemeClr val="bg2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36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ea"/>
                <a:ea typeface="+mj-ea"/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1232043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F421CB-9340-9126-A2CE-5A3C891BB0A6}"/>
              </a:ext>
            </a:extLst>
          </p:cNvPr>
          <p:cNvSpPr/>
          <p:nvPr/>
        </p:nvSpPr>
        <p:spPr bwMode="auto">
          <a:xfrm>
            <a:off x="0" y="0"/>
            <a:ext cx="12296775" cy="6858000"/>
          </a:xfrm>
          <a:prstGeom prst="rect">
            <a:avLst/>
          </a:prstGeom>
          <a:solidFill>
            <a:schemeClr val="tx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42437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DemiLight"/>
              <a:cs typeface="+mn-cs"/>
            </a:endParaRP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01FA0DF-7CAD-E2D2-7690-5FB9A0C3B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56" y="1359973"/>
            <a:ext cx="7156287" cy="413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71530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FIDENTIALITY LEVEL" val="a1946543-eadc-4060-9550-98c8329766f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NFIDENTIALITY LEVEL" val="a1946543-eadc-4060-9550-98c8329766f2"/>
</p:tagLst>
</file>

<file path=ppt/theme/theme1.xml><?xml version="1.0" encoding="utf-8"?>
<a:theme xmlns:a="http://schemas.openxmlformats.org/drawingml/2006/main" name="Lam Light Template">
  <a:themeElements>
    <a:clrScheme name="Lam Brand Colors">
      <a:dk1>
        <a:srgbClr val="242437"/>
      </a:dk1>
      <a:lt1>
        <a:srgbClr val="FFFFFF"/>
      </a:lt1>
      <a:dk2>
        <a:srgbClr val="6A7885"/>
      </a:dk2>
      <a:lt2>
        <a:srgbClr val="E6E3DC"/>
      </a:lt2>
      <a:accent1>
        <a:srgbClr val="6CE3C6"/>
      </a:accent1>
      <a:accent2>
        <a:srgbClr val="20A785"/>
      </a:accent2>
      <a:accent3>
        <a:srgbClr val="F2C22E"/>
      </a:accent3>
      <a:accent4>
        <a:srgbClr val="E89945"/>
      </a:accent4>
      <a:accent5>
        <a:srgbClr val="C74F26"/>
      </a:accent5>
      <a:accent6>
        <a:srgbClr val="6A7885"/>
      </a:accent6>
      <a:hlink>
        <a:srgbClr val="20A785"/>
      </a:hlink>
      <a:folHlink>
        <a:srgbClr val="20A785"/>
      </a:folHlink>
    </a:clrScheme>
    <a:fontScheme name="Lamresearch 2024">
      <a:majorFont>
        <a:latin typeface="Georgia"/>
        <a:ea typeface="Noto Sans CJK KR Bold"/>
        <a:cs typeface=""/>
      </a:majorFont>
      <a:minorFont>
        <a:latin typeface="Georgia"/>
        <a:ea typeface="Noto Sans CJK KR DemiLight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bg2"/>
        </a:solidFill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i="0" u="none" strike="noStrike" cap="none" normalizeH="0" baseline="0" dirty="0" smtClean="0">
            <a:ln>
              <a:noFill/>
            </a:ln>
            <a:effectLst/>
          </a:defRPr>
        </a:defPPr>
      </a:lst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Aft>
            <a:spcPts val="0"/>
          </a:spcAft>
          <a:buClrTx/>
          <a:buSzTx/>
          <a:buFont typeface="Arial" panose="020B0604020202020204" pitchFamily="34" charset="0"/>
          <a:buNone/>
          <a:tabLst/>
          <a:defRPr sz="1200" kern="1200" spc="0" baseline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ogram-Lam Leadership Development for ICs_SEED_Notice_2022" id="{7CFFCE32-846F-4246-8EF7-F41DC5416063}" vid="{CDFB4D0E-53D3-4F57-A7CA-50C6A259EB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E3A2597A64084382283996280E3F44" ma:contentTypeVersion="8" ma:contentTypeDescription="Create a new document." ma:contentTypeScope="" ma:versionID="7f63ece75b9224ce7e5cf5b276baf487">
  <xsd:schema xmlns:xsd="http://www.w3.org/2001/XMLSchema" xmlns:xs="http://www.w3.org/2001/XMLSchema" xmlns:p="http://schemas.microsoft.com/office/2006/metadata/properties" xmlns:ns1="http://schemas.microsoft.com/sharepoint/v3" xmlns:ns2="9e06735e-26bc-4df4-8d28-b17bb43f6dfc" targetNamespace="http://schemas.microsoft.com/office/2006/metadata/properties" ma:root="true" ma:fieldsID="b3868cc8717d214ba361cdcfff6c95b1" ns1:_="" ns2:_="">
    <xsd:import namespace="http://schemas.microsoft.com/sharepoint/v3"/>
    <xsd:import namespace="9e06735e-26bc-4df4-8d28-b17bb43f6df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  <xsd:element name="AverageRating" ma:index="11" nillable="true" ma:displayName="Rating (0-5)" ma:decimals="2" ma:description="Average value of all the ratings that have been submitted" ma:internalName="AverageRating" ma:readOnly="true">
      <xsd:simpleType>
        <xsd:restriction base="dms:Number"/>
      </xsd:simpleType>
    </xsd:element>
    <xsd:element name="RatingCount" ma:index="12" nillable="true" ma:displayName="Number of Ratings" ma:decimals="0" ma:description="Number of ratings submitted" ma:internalName="RatingCount" ma:readOnly="true">
      <xsd:simpleType>
        <xsd:restriction base="dms:Number"/>
      </xsd:simpleType>
    </xsd:element>
    <xsd:element name="RatedBy" ma:index="13" nillable="true" ma:displayName="Rated By" ma:description="Users rated the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14" nillable="true" ma:displayName="User ratings" ma:description="User ratings for the item" ma:hidden="true" ma:internalName="Ratings">
      <xsd:simpleType>
        <xsd:restriction base="dms:Note"/>
      </xsd:simpleType>
    </xsd:element>
    <xsd:element name="LikesCount" ma:index="15" nillable="true" ma:displayName="Number of Likes" ma:internalName="LikesCount">
      <xsd:simpleType>
        <xsd:restriction base="dms:Unknown"/>
      </xsd:simpleType>
    </xsd:element>
    <xsd:element name="LikedBy" ma:index="16" nillable="true" ma:displayName="Liked By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06735e-26bc-4df4-8d28-b17bb43f6df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Ratings xmlns="http://schemas.microsoft.com/sharepoint/v3" xsi:nil="true"/>
    <LikedBy xmlns="http://schemas.microsoft.com/sharepoint/v3">
      <UserInfo>
        <DisplayName/>
        <AccountId xsi:nil="true"/>
        <AccountType/>
      </UserInfo>
    </LikedBy>
    <PublishingExpirationDate xmlns="http://schemas.microsoft.com/sharepoint/v3" xsi:nil="true"/>
    <PublishingStartDate xmlns="http://schemas.microsoft.com/sharepoint/v3" xsi:nil="true"/>
    <RatedBy xmlns="http://schemas.microsoft.com/sharepoint/v3">
      <UserInfo>
        <DisplayName/>
        <AccountId xsi:nil="true"/>
        <AccountType/>
      </UserInfo>
    </RatedBy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BB9278-16CB-4DCC-AED0-4F6AA8D3ED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e06735e-26bc-4df4-8d28-b17bb43f6d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046B7F-2145-43B1-B8A7-A41702E26469}">
  <ds:schemaRefs>
    <ds:schemaRef ds:uri="http://purl.org/dc/terms/"/>
    <ds:schemaRef ds:uri="http://schemas.microsoft.com/sharepoint/v3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9e06735e-26bc-4df4-8d28-b17bb43f6dfc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2880F7D-5D74-48DC-A638-1AE4101CD94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dbe5114-fe4f-4faf-8a07-a9103153293f}" enabled="1" method="Standard" siteId="{918079db-c902-4e29-b22c-9764410d037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Program-Lam Leadership Development for ICs_SEED_Notice_2022</Template>
  <TotalTime>12820</TotalTime>
  <Words>1796</Words>
  <Application>Microsoft Office PowerPoint</Application>
  <PresentationFormat>와이드스크린</PresentationFormat>
  <Paragraphs>397</Paragraphs>
  <Slides>17</Slides>
  <Notes>1</Notes>
  <HiddenSlides>1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Arial</vt:lpstr>
      <vt:lpstr>Arial</vt:lpstr>
      <vt:lpstr>Georgia</vt:lpstr>
      <vt:lpstr>Noto Sans CJK KR Bold</vt:lpstr>
      <vt:lpstr>Noto Sans CJK KR DemiLight</vt:lpstr>
      <vt:lpstr>Noto Sans CJK KR Medium</vt:lpstr>
      <vt:lpstr>Noto Sans CJK KR Regular</vt:lpstr>
      <vt:lpstr>Wingdings</vt:lpstr>
      <vt:lpstr>Lam Light Template</vt:lpstr>
      <vt:lpstr>교육 운영 결과보고서</vt:lpstr>
      <vt:lpstr>PowerPoint 프레젠테이션</vt:lpstr>
      <vt:lpstr>1. class_name 과정 개요  </vt:lpstr>
      <vt:lpstr>2. 만족도 결과 요약 </vt:lpstr>
      <vt:lpstr>3. 문항별 세부 결과_① 과정 만족도(1/2) </vt:lpstr>
      <vt:lpstr>3. 문항별 세부 결과_① 과정 만족도(2/2) </vt:lpstr>
      <vt:lpstr>3. 문항별 세부 결과_② 강사 만족도 </vt:lpstr>
      <vt:lpstr>3. 문항별 세부 결과_③ 운영 만족도 </vt:lpstr>
      <vt:lpstr>정성평가 raw data</vt:lpstr>
      <vt:lpstr>3. 문항별 세부 결과_④ 정성평가</vt:lpstr>
      <vt:lpstr>4. 현장 이슈 대응 및 제언 </vt:lpstr>
      <vt:lpstr>5. 운영 비용</vt:lpstr>
      <vt:lpstr>[참고] 교육생 명단</vt:lpstr>
      <vt:lpstr>[참고] 교육 커리큘럼</vt:lpstr>
      <vt:lpstr>[참고] 교육 사진 </vt:lpstr>
      <vt:lpstr>PowerPoint 프레젠테이션</vt:lpstr>
      <vt:lpstr>PowerPoint 프레젠테이션</vt:lpstr>
    </vt:vector>
  </TitlesOfParts>
  <Manager/>
  <Company>Lam Research Corp.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2022 SEED</dc:title>
  <dc:subject/>
  <dc:creator>Yoo, Christine</dc:creator>
  <cp:keywords/>
  <dc:description/>
  <cp:lastModifiedBy>시진 박</cp:lastModifiedBy>
  <cp:revision>237</cp:revision>
  <dcterms:created xsi:type="dcterms:W3CDTF">2022-03-21T00:32:51Z</dcterms:created>
  <dcterms:modified xsi:type="dcterms:W3CDTF">2026-03-04T09:43:47Z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0x010100B2E3A2597A64084382283996280E3F44</vt:lpwstr>
  </property>
  <property fmtid="{D5CDD505-2E9C-101B-9397-08002B2CF9AE}" pid="3" name="NXPowerLiteLastOptimized">
    <vt:lpwstr>10347013</vt:lpwstr>
  </property>
  <property fmtid="{D5CDD505-2E9C-101B-9397-08002B2CF9AE}" pid="4" name="NXPowerLiteSettings">
    <vt:lpwstr>C980073804F000</vt:lpwstr>
  </property>
  <property fmtid="{D5CDD505-2E9C-101B-9397-08002B2CF9AE}" pid="5" name="NXPowerLiteVersion">
    <vt:lpwstr>D8.0.8</vt:lpwstr>
  </property>
  <property fmtid="{D5CDD505-2E9C-101B-9397-08002B2CF9AE}" pid="6" name="ClassificationContentMarkingFooterLocations">
    <vt:lpwstr>Lam Light Template:6</vt:lpwstr>
  </property>
  <property fmtid="{D5CDD505-2E9C-101B-9397-08002B2CF9AE}" pid="7" name="ClassificationContentMarkingFooterText">
    <vt:lpwstr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Confidential – Limited Access and Use</vt:lpwstr>
  </property>
</Properties>
</file>